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4" r:id="rId2"/>
    <p:sldId id="328" r:id="rId3"/>
    <p:sldId id="329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76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64581" y="3976707"/>
            <a:ext cx="15574936" cy="228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8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411218" y="8395420"/>
            <a:ext cx="9281662" cy="171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3410" y="4133770"/>
            <a:ext cx="12303125" cy="230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7821" y="3233274"/>
            <a:ext cx="16548457" cy="6295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65250" y="1539875"/>
            <a:ext cx="16316325" cy="7747634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462915" indent="-450850">
              <a:lnSpc>
                <a:spcPct val="100000"/>
              </a:lnSpc>
              <a:spcBef>
                <a:spcPts val="969"/>
              </a:spcBef>
              <a:buSzPct val="124705"/>
              <a:buChar char="•"/>
              <a:tabLst>
                <a:tab pos="463550" algn="l"/>
              </a:tabLst>
            </a:pPr>
            <a:r>
              <a:rPr sz="4250" spc="250" dirty="0">
                <a:solidFill>
                  <a:srgbClr val="FFFFFF"/>
                </a:solidFill>
                <a:latin typeface="Arial"/>
                <a:cs typeface="Arial"/>
              </a:rPr>
              <a:t>Start </a:t>
            </a:r>
            <a:r>
              <a:rPr sz="4250" spc="365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4250" spc="7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4250" b="1" spc="-60" dirty="0">
                <a:solidFill>
                  <a:srgbClr val="FFFFFF"/>
                </a:solidFill>
                <a:latin typeface="Lucida Sans"/>
                <a:cs typeface="Lucida Sans"/>
              </a:rPr>
              <a:t>frontier </a:t>
            </a:r>
            <a:r>
              <a:rPr sz="4250" spc="33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4250" spc="220" dirty="0">
                <a:solidFill>
                  <a:srgbClr val="FFFFFF"/>
                </a:solidFill>
                <a:latin typeface="Arial"/>
                <a:cs typeface="Arial"/>
              </a:rPr>
              <a:t>contains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-7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85" dirty="0">
                <a:solidFill>
                  <a:srgbClr val="FFFFFF"/>
                </a:solidFill>
                <a:latin typeface="Arial"/>
                <a:cs typeface="Arial"/>
              </a:rPr>
              <a:t>initial </a:t>
            </a:r>
            <a:r>
              <a:rPr sz="4250" spc="140" dirty="0">
                <a:solidFill>
                  <a:srgbClr val="FFFFFF"/>
                </a:solidFill>
                <a:latin typeface="Arial"/>
                <a:cs typeface="Arial"/>
              </a:rPr>
              <a:t>state.</a:t>
            </a:r>
            <a:endParaRPr sz="4250" dirty="0">
              <a:latin typeface="Arial"/>
              <a:cs typeface="Arial"/>
            </a:endParaRPr>
          </a:p>
          <a:p>
            <a:pPr marL="462915" indent="-450850">
              <a:lnSpc>
                <a:spcPct val="100000"/>
              </a:lnSpc>
              <a:spcBef>
                <a:spcPts val="2160"/>
              </a:spcBef>
              <a:buSzPct val="124705"/>
              <a:buChar char="•"/>
              <a:tabLst>
                <a:tab pos="463550" algn="l"/>
              </a:tabLst>
            </a:pPr>
            <a:r>
              <a:rPr sz="4250" spc="250" dirty="0">
                <a:solidFill>
                  <a:srgbClr val="FFFFFF"/>
                </a:solidFill>
                <a:latin typeface="Arial"/>
                <a:cs typeface="Arial"/>
              </a:rPr>
              <a:t>Start </a:t>
            </a:r>
            <a:r>
              <a:rPr sz="4250" spc="365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4250" spc="160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4250" spc="390" dirty="0">
                <a:solidFill>
                  <a:srgbClr val="FFFFFF"/>
                </a:solidFill>
                <a:latin typeface="Arial"/>
                <a:cs typeface="Arial"/>
              </a:rPr>
              <a:t>empty </a:t>
            </a:r>
            <a:r>
              <a:rPr sz="4250" b="1" spc="-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4250" b="1" spc="-8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250" b="1" spc="-8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r>
              <a:rPr sz="4250" spc="-8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4250" dirty="0">
              <a:latin typeface="Arial"/>
              <a:cs typeface="Arial"/>
            </a:endParaRPr>
          </a:p>
          <a:p>
            <a:pPr marL="462915" indent="-450850">
              <a:lnSpc>
                <a:spcPct val="100000"/>
              </a:lnSpc>
              <a:spcBef>
                <a:spcPts val="1990"/>
              </a:spcBef>
              <a:buSzPct val="124705"/>
              <a:buChar char="•"/>
              <a:tabLst>
                <a:tab pos="463550" algn="l"/>
              </a:tabLst>
            </a:pPr>
            <a:r>
              <a:rPr sz="4250" spc="150" dirty="0">
                <a:solidFill>
                  <a:srgbClr val="FFFFFF"/>
                </a:solidFill>
                <a:latin typeface="Arial"/>
                <a:cs typeface="Arial"/>
              </a:rPr>
              <a:t>Repeat:</a:t>
            </a:r>
            <a:endParaRPr sz="4250" dirty="0">
              <a:latin typeface="Arial"/>
              <a:cs typeface="Arial"/>
            </a:endParaRPr>
          </a:p>
          <a:p>
            <a:pPr marL="1510030" lvl="1" indent="-451484">
              <a:lnSpc>
                <a:spcPct val="100000"/>
              </a:lnSpc>
              <a:spcBef>
                <a:spcPts val="1989"/>
              </a:spcBef>
              <a:buSzPct val="124705"/>
              <a:buChar char="•"/>
              <a:tabLst>
                <a:tab pos="1510665" algn="l"/>
              </a:tabLst>
            </a:pPr>
            <a:r>
              <a:rPr sz="4250" spc="170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4250" spc="270" dirty="0">
                <a:solidFill>
                  <a:srgbClr val="FFFFFF"/>
                </a:solidFill>
                <a:latin typeface="Arial"/>
                <a:cs typeface="Arial"/>
              </a:rPr>
              <a:t>frontier </a:t>
            </a:r>
            <a:r>
              <a:rPr sz="4250" spc="5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4250" spc="229" dirty="0">
                <a:solidFill>
                  <a:srgbClr val="FFFFFF"/>
                </a:solidFill>
                <a:latin typeface="Arial"/>
                <a:cs typeface="Arial"/>
              </a:rPr>
              <a:t>empty, </a:t>
            </a:r>
            <a:r>
              <a:rPr sz="4250" spc="280" dirty="0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sz="4250" spc="3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4250" spc="-6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90" dirty="0">
                <a:solidFill>
                  <a:srgbClr val="FFFFFF"/>
                </a:solidFill>
                <a:latin typeface="Arial"/>
                <a:cs typeface="Arial"/>
              </a:rPr>
              <a:t>solution.</a:t>
            </a:r>
            <a:endParaRPr sz="4250" dirty="0">
              <a:latin typeface="Arial"/>
              <a:cs typeface="Arial"/>
            </a:endParaRPr>
          </a:p>
          <a:p>
            <a:pPr marL="1510030" lvl="1" indent="-451484">
              <a:lnSpc>
                <a:spcPct val="100000"/>
              </a:lnSpc>
              <a:spcBef>
                <a:spcPts val="1989"/>
              </a:spcBef>
              <a:buSzPct val="124705"/>
              <a:buChar char="•"/>
              <a:tabLst>
                <a:tab pos="1510665" algn="l"/>
              </a:tabLst>
            </a:pPr>
            <a:r>
              <a:rPr sz="4250" spc="190" dirty="0">
                <a:solidFill>
                  <a:srgbClr val="FAE232"/>
                </a:solidFill>
                <a:latin typeface="Arial"/>
                <a:cs typeface="Arial"/>
              </a:rPr>
              <a:t>Remove </a:t>
            </a:r>
            <a:r>
              <a:rPr sz="4250" spc="75" dirty="0">
                <a:solidFill>
                  <a:srgbClr val="FAE232"/>
                </a:solidFill>
                <a:latin typeface="Arial"/>
                <a:cs typeface="Arial"/>
              </a:rPr>
              <a:t>a </a:t>
            </a:r>
            <a:r>
              <a:rPr sz="4250" spc="290" dirty="0">
                <a:solidFill>
                  <a:srgbClr val="FAE232"/>
                </a:solidFill>
                <a:latin typeface="Arial"/>
                <a:cs typeface="Arial"/>
              </a:rPr>
              <a:t>node </a:t>
            </a:r>
            <a:r>
              <a:rPr sz="4250" spc="350" dirty="0">
                <a:solidFill>
                  <a:srgbClr val="FAE232"/>
                </a:solidFill>
                <a:latin typeface="Arial"/>
                <a:cs typeface="Arial"/>
              </a:rPr>
              <a:t>from </a:t>
            </a:r>
            <a:r>
              <a:rPr sz="4250" spc="295" dirty="0">
                <a:solidFill>
                  <a:srgbClr val="FAE232"/>
                </a:solidFill>
                <a:latin typeface="Arial"/>
                <a:cs typeface="Arial"/>
              </a:rPr>
              <a:t>the</a:t>
            </a:r>
            <a:r>
              <a:rPr sz="4250" spc="-440" dirty="0">
                <a:solidFill>
                  <a:srgbClr val="FAE232"/>
                </a:solidFill>
                <a:latin typeface="Arial"/>
                <a:cs typeface="Arial"/>
              </a:rPr>
              <a:t> </a:t>
            </a:r>
            <a:r>
              <a:rPr sz="4250" spc="175" dirty="0">
                <a:solidFill>
                  <a:srgbClr val="FAE232"/>
                </a:solidFill>
                <a:latin typeface="Arial"/>
                <a:cs typeface="Arial"/>
              </a:rPr>
              <a:t>frontier.</a:t>
            </a:r>
            <a:endParaRPr sz="4250" dirty="0">
              <a:latin typeface="Arial"/>
              <a:cs typeface="Arial"/>
            </a:endParaRPr>
          </a:p>
          <a:p>
            <a:pPr marL="1510030" lvl="1" indent="-451484">
              <a:lnSpc>
                <a:spcPct val="100000"/>
              </a:lnSpc>
              <a:spcBef>
                <a:spcPts val="1905"/>
              </a:spcBef>
              <a:buSzPct val="124705"/>
              <a:buChar char="•"/>
              <a:tabLst>
                <a:tab pos="1510665" algn="l"/>
              </a:tabLst>
            </a:pPr>
            <a:r>
              <a:rPr sz="4250" spc="170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4250" spc="290" dirty="0">
                <a:solidFill>
                  <a:srgbClr val="FFFFFF"/>
                </a:solidFill>
                <a:latin typeface="Arial"/>
                <a:cs typeface="Arial"/>
              </a:rPr>
              <a:t>node </a:t>
            </a:r>
            <a:r>
              <a:rPr sz="4250" spc="220" dirty="0">
                <a:solidFill>
                  <a:srgbClr val="FFFFFF"/>
                </a:solidFill>
                <a:latin typeface="Arial"/>
                <a:cs typeface="Arial"/>
              </a:rPr>
              <a:t>contains </a:t>
            </a:r>
            <a:r>
              <a:rPr sz="4250" spc="245" dirty="0">
                <a:solidFill>
                  <a:srgbClr val="FFFFFF"/>
                </a:solidFill>
                <a:latin typeface="Arial"/>
                <a:cs typeface="Arial"/>
              </a:rPr>
              <a:t>goal </a:t>
            </a:r>
            <a:r>
              <a:rPr sz="4250" spc="140" dirty="0">
                <a:solidFill>
                  <a:srgbClr val="FFFFFF"/>
                </a:solidFill>
                <a:latin typeface="Arial"/>
                <a:cs typeface="Arial"/>
              </a:rPr>
              <a:t>state, </a:t>
            </a:r>
            <a:r>
              <a:rPr sz="4250" spc="265" dirty="0">
                <a:solidFill>
                  <a:srgbClr val="FFFFFF"/>
                </a:solidFill>
                <a:latin typeface="Arial"/>
                <a:cs typeface="Arial"/>
              </a:rPr>
              <a:t>return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-6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90" dirty="0">
                <a:solidFill>
                  <a:srgbClr val="FFFFFF"/>
                </a:solidFill>
                <a:latin typeface="Arial"/>
                <a:cs typeface="Arial"/>
              </a:rPr>
              <a:t>solution.</a:t>
            </a:r>
            <a:endParaRPr sz="4250" dirty="0">
              <a:latin typeface="Arial"/>
              <a:cs typeface="Arial"/>
            </a:endParaRPr>
          </a:p>
          <a:p>
            <a:pPr marL="1510030" lvl="1" indent="-451484">
              <a:lnSpc>
                <a:spcPct val="100000"/>
              </a:lnSpc>
              <a:spcBef>
                <a:spcPts val="1995"/>
              </a:spcBef>
              <a:buSzPct val="124705"/>
              <a:buChar char="•"/>
              <a:tabLst>
                <a:tab pos="1510665" algn="l"/>
              </a:tabLst>
            </a:pPr>
            <a:r>
              <a:rPr sz="4250" spc="430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42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0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40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40" dirty="0">
                <a:solidFill>
                  <a:srgbClr val="FFFFFF"/>
                </a:solidFill>
                <a:latin typeface="Arial"/>
                <a:cs typeface="Arial"/>
              </a:rPr>
              <a:t>explored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05" dirty="0">
                <a:solidFill>
                  <a:srgbClr val="FFFFFF"/>
                </a:solidFill>
                <a:latin typeface="Arial"/>
                <a:cs typeface="Arial"/>
              </a:rPr>
              <a:t>set.</a:t>
            </a:r>
            <a:endParaRPr sz="4250" dirty="0">
              <a:latin typeface="Arial"/>
              <a:cs typeface="Arial"/>
            </a:endParaRPr>
          </a:p>
          <a:p>
            <a:pPr marL="1510030" marR="5080" indent="-450850">
              <a:lnSpc>
                <a:spcPts val="4950"/>
              </a:lnSpc>
              <a:spcBef>
                <a:spcPts val="2445"/>
              </a:spcBef>
              <a:buSzPct val="124705"/>
              <a:buChar char="•"/>
              <a:tabLst>
                <a:tab pos="1510665" algn="l"/>
              </a:tabLst>
            </a:pPr>
            <a:r>
              <a:rPr sz="4250" b="1" spc="40" dirty="0">
                <a:solidFill>
                  <a:srgbClr val="FFFFFF"/>
                </a:solidFill>
                <a:latin typeface="Lucida Sans"/>
                <a:cs typeface="Lucida Sans"/>
              </a:rPr>
              <a:t>Expand</a:t>
            </a:r>
            <a:r>
              <a:rPr sz="4250" b="1" spc="-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4250" spc="180" dirty="0">
                <a:solidFill>
                  <a:srgbClr val="FFFFFF"/>
                </a:solidFill>
                <a:latin typeface="Arial"/>
                <a:cs typeface="Arial"/>
              </a:rPr>
              <a:t>node,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320" dirty="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15" dirty="0">
                <a:solidFill>
                  <a:srgbClr val="FFFFFF"/>
                </a:solidFill>
                <a:latin typeface="Arial"/>
                <a:cs typeface="Arial"/>
              </a:rPr>
              <a:t>resulting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29" dirty="0">
                <a:solidFill>
                  <a:srgbClr val="FFFFFF"/>
                </a:solidFill>
                <a:latin typeface="Arial"/>
                <a:cs typeface="Arial"/>
              </a:rPr>
              <a:t>nodes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40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70" dirty="0">
                <a:solidFill>
                  <a:srgbClr val="FFFFFF"/>
                </a:solidFill>
                <a:latin typeface="Arial"/>
                <a:cs typeface="Arial"/>
              </a:rPr>
              <a:t>frontier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35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85" dirty="0">
                <a:solidFill>
                  <a:srgbClr val="FFFFFF"/>
                </a:solidFill>
                <a:latin typeface="Arial"/>
                <a:cs typeface="Arial"/>
              </a:rPr>
              <a:t>they  </a:t>
            </a:r>
            <a:r>
              <a:rPr sz="4250" spc="215" dirty="0">
                <a:solidFill>
                  <a:srgbClr val="FFFFFF"/>
                </a:solidFill>
                <a:latin typeface="Arial"/>
                <a:cs typeface="Arial"/>
              </a:rPr>
              <a:t>aren't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95" dirty="0">
                <a:solidFill>
                  <a:srgbClr val="FFFFFF"/>
                </a:solidFill>
                <a:latin typeface="Arial"/>
                <a:cs typeface="Arial"/>
              </a:rPr>
              <a:t>already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7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70" dirty="0">
                <a:solidFill>
                  <a:srgbClr val="FFFFFF"/>
                </a:solidFill>
                <a:latin typeface="Arial"/>
                <a:cs typeface="Arial"/>
              </a:rPr>
              <a:t>frontier</a:t>
            </a:r>
            <a:r>
              <a:rPr sz="425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32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9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240" dirty="0">
                <a:solidFill>
                  <a:srgbClr val="FFFFFF"/>
                </a:solidFill>
                <a:latin typeface="Arial"/>
                <a:cs typeface="Arial"/>
              </a:rPr>
              <a:t>explored</a:t>
            </a:r>
            <a:r>
              <a:rPr sz="42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50" spc="105" dirty="0">
                <a:solidFill>
                  <a:srgbClr val="FFFFFF"/>
                </a:solidFill>
                <a:latin typeface="Arial"/>
                <a:cs typeface="Arial"/>
              </a:rPr>
              <a:t>set.</a:t>
            </a:r>
            <a:endParaRPr sz="4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8838" y="4814378"/>
            <a:ext cx="11159490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229" dirty="0">
                <a:latin typeface="Arial Black"/>
                <a:cs typeface="Arial Black"/>
              </a:rPr>
              <a:t>Depth-First</a:t>
            </a:r>
            <a:r>
              <a:rPr sz="9200" spc="-370" dirty="0">
                <a:latin typeface="Arial Black"/>
                <a:cs typeface="Arial Black"/>
              </a:rPr>
              <a:t> </a:t>
            </a:r>
            <a:r>
              <a:rPr sz="9200" spc="-595" dirty="0">
                <a:latin typeface="Arial Black"/>
                <a:cs typeface="Arial Black"/>
              </a:rPr>
              <a:t>Search</a:t>
            </a:r>
            <a:endParaRPr sz="92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106" y="3358925"/>
            <a:ext cx="13662343" cy="1433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235" dirty="0">
                <a:solidFill>
                  <a:srgbClr val="FFFFFF"/>
                </a:solidFill>
                <a:latin typeface="Arial Black"/>
                <a:cs typeface="Arial Black"/>
              </a:rPr>
              <a:t>depth-first</a:t>
            </a:r>
            <a:r>
              <a:rPr lang="en-US" sz="9200" spc="-3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200" spc="-640" dirty="0">
                <a:solidFill>
                  <a:srgbClr val="FFFFFF"/>
                </a:solidFill>
                <a:latin typeface="Arial Black"/>
                <a:cs typeface="Arial Black"/>
              </a:rPr>
              <a:t>search</a:t>
            </a:r>
            <a:endParaRPr sz="92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5107" y="6517231"/>
            <a:ext cx="16077565" cy="18897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7259"/>
              </a:lnSpc>
              <a:spcBef>
                <a:spcPts val="475"/>
              </a:spcBef>
            </a:pPr>
            <a:r>
              <a:rPr sz="6150" spc="235" dirty="0">
                <a:solidFill>
                  <a:srgbClr val="FFFFFF"/>
                </a:solidFill>
                <a:latin typeface="Arial"/>
                <a:cs typeface="Arial"/>
              </a:rPr>
              <a:t>search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algorithm </a:t>
            </a:r>
            <a:r>
              <a:rPr sz="6150" spc="49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6150" spc="245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z="6150" spc="320" dirty="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r>
              <a:rPr sz="6150" spc="-6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6150" spc="370" dirty="0">
                <a:solidFill>
                  <a:srgbClr val="FFFFFF"/>
                </a:solidFill>
                <a:latin typeface="Arial"/>
                <a:cs typeface="Arial"/>
              </a:rPr>
              <a:t>deepest </a:t>
            </a:r>
            <a:r>
              <a:rPr sz="6150" spc="434" dirty="0">
                <a:solidFill>
                  <a:srgbClr val="FFFFFF"/>
                </a:solidFill>
                <a:latin typeface="Arial"/>
                <a:cs typeface="Arial"/>
              </a:rPr>
              <a:t>node </a:t>
            </a:r>
            <a:r>
              <a:rPr sz="6150" spc="27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150" spc="-5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405" dirty="0">
                <a:solidFill>
                  <a:srgbClr val="FFFFFF"/>
                </a:solidFill>
                <a:latin typeface="Arial"/>
                <a:cs typeface="Arial"/>
              </a:rPr>
              <a:t>frontier</a:t>
            </a:r>
            <a:endParaRPr sz="6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107" y="3358925"/>
            <a:ext cx="3133725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730" dirty="0">
                <a:solidFill>
                  <a:srgbClr val="FFFFFF"/>
                </a:solidFill>
                <a:latin typeface="Arial Black"/>
                <a:cs typeface="Arial Black"/>
              </a:rPr>
              <a:t>stack</a:t>
            </a:r>
            <a:endParaRPr sz="9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5107" y="5526398"/>
            <a:ext cx="9664700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50" spc="285" dirty="0">
                <a:solidFill>
                  <a:srgbClr val="FFFFFF"/>
                </a:solidFill>
                <a:latin typeface="Arial"/>
                <a:cs typeface="Arial"/>
              </a:rPr>
              <a:t>last-in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first-out </a:t>
            </a:r>
            <a:r>
              <a:rPr sz="6150" spc="409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15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54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endParaRPr sz="6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solidFill>
            <a:srgbClr val="004E05"/>
          </a:solidFill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7000875" algn="ctr">
              <a:lnSpc>
                <a:spcPct val="100000"/>
              </a:lnSpc>
              <a:spcBef>
                <a:spcPts val="2755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solidFill>
            <a:srgbClr val="004E05"/>
          </a:solidFill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158456" y="1172902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4" h="1627505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858519">
              <a:lnSpc>
                <a:spcPct val="100000"/>
              </a:lnSpc>
              <a:spcBef>
                <a:spcPts val="5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158456" y="1172902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4" h="1627505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358543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13569" y="358543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6997700" algn="ctr">
              <a:lnSpc>
                <a:spcPct val="100000"/>
              </a:lnSpc>
              <a:spcBef>
                <a:spcPts val="3415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858519">
              <a:lnSpc>
                <a:spcPct val="100000"/>
              </a:lnSpc>
              <a:spcBef>
                <a:spcPts val="5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29" name="object 29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939942" y="1766667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640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5205" y="2730671"/>
            <a:ext cx="185610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85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3550" b="1" spc="10" dirty="0">
                <a:solidFill>
                  <a:srgbClr val="FFFFFF"/>
                </a:solidFill>
                <a:latin typeface="Lucida Sans"/>
                <a:cs typeface="Lucida Sans"/>
              </a:rPr>
              <a:t>r</a:t>
            </a:r>
            <a:r>
              <a:rPr sz="3550" b="1" spc="-25" dirty="0">
                <a:solidFill>
                  <a:srgbClr val="FFFFFF"/>
                </a:solidFill>
                <a:latin typeface="Lucida Sans"/>
                <a:cs typeface="Lucida Sans"/>
              </a:rPr>
              <a:t>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3" name="object 33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939942" y="1766667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727696" y="362069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994673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94673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98328" y="362069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755365" y="47330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7009130" algn="ctr">
              <a:lnSpc>
                <a:spcPct val="100000"/>
              </a:lnSpc>
              <a:spcBef>
                <a:spcPts val="2755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393959" y="8811776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1" y="699405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9" y="858537"/>
                </a:lnTo>
                <a:lnTo>
                  <a:pt x="954327" y="821237"/>
                </a:lnTo>
                <a:lnTo>
                  <a:pt x="978938" y="782107"/>
                </a:lnTo>
                <a:lnTo>
                  <a:pt x="999763" y="741409"/>
                </a:lnTo>
                <a:lnTo>
                  <a:pt x="1016802" y="699405"/>
                </a:lnTo>
                <a:lnTo>
                  <a:pt x="1030055" y="656354"/>
                </a:lnTo>
                <a:lnTo>
                  <a:pt x="1039520" y="612520"/>
                </a:lnTo>
                <a:lnTo>
                  <a:pt x="1045200" y="568162"/>
                </a:lnTo>
                <a:lnTo>
                  <a:pt x="1047093" y="523544"/>
                </a:lnTo>
                <a:lnTo>
                  <a:pt x="1045200" y="478925"/>
                </a:lnTo>
                <a:lnTo>
                  <a:pt x="1039520" y="434568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393963" y="8811776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5306205" y="8311653"/>
            <a:ext cx="2804795" cy="132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10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10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640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5205" y="2730671"/>
            <a:ext cx="185610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85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3550" b="1" spc="10" dirty="0">
                <a:solidFill>
                  <a:srgbClr val="FFFFFF"/>
                </a:solidFill>
                <a:latin typeface="Lucida Sans"/>
                <a:cs typeface="Lucida Sans"/>
              </a:rPr>
              <a:t>r</a:t>
            </a:r>
            <a:r>
              <a:rPr sz="3550" b="1" spc="-25" dirty="0">
                <a:solidFill>
                  <a:srgbClr val="FFFFFF"/>
                </a:solidFill>
                <a:latin typeface="Lucida Sans"/>
                <a:cs typeface="Lucida Sans"/>
              </a:rPr>
              <a:t>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3" name="object 33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755365" y="47330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727696" y="362069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996494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3" y="17038"/>
                </a:lnTo>
                <a:lnTo>
                  <a:pt x="347683" y="30289"/>
                </a:lnTo>
                <a:lnTo>
                  <a:pt x="305678" y="47327"/>
                </a:lnTo>
                <a:lnTo>
                  <a:pt x="264980" y="68152"/>
                </a:lnTo>
                <a:lnTo>
                  <a:pt x="225851" y="92762"/>
                </a:lnTo>
                <a:lnTo>
                  <a:pt x="188551" y="121159"/>
                </a:lnTo>
                <a:lnTo>
                  <a:pt x="153342" y="153342"/>
                </a:lnTo>
                <a:lnTo>
                  <a:pt x="121159" y="188551"/>
                </a:lnTo>
                <a:lnTo>
                  <a:pt x="92762" y="225851"/>
                </a:lnTo>
                <a:lnTo>
                  <a:pt x="68152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2" y="782107"/>
                </a:lnTo>
                <a:lnTo>
                  <a:pt x="92762" y="821237"/>
                </a:lnTo>
                <a:lnTo>
                  <a:pt x="121159" y="858537"/>
                </a:lnTo>
                <a:lnTo>
                  <a:pt x="153342" y="893746"/>
                </a:lnTo>
                <a:lnTo>
                  <a:pt x="188551" y="925929"/>
                </a:lnTo>
                <a:lnTo>
                  <a:pt x="225851" y="954325"/>
                </a:lnTo>
                <a:lnTo>
                  <a:pt x="264980" y="978936"/>
                </a:lnTo>
                <a:lnTo>
                  <a:pt x="305678" y="999760"/>
                </a:lnTo>
                <a:lnTo>
                  <a:pt x="347683" y="1016798"/>
                </a:lnTo>
                <a:lnTo>
                  <a:pt x="390733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2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6" y="893746"/>
                </a:lnTo>
                <a:lnTo>
                  <a:pt x="925929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9" y="188551"/>
                </a:lnTo>
                <a:lnTo>
                  <a:pt x="893746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2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96495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29741" y="36311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103949" y="850853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7009130" algn="ctr">
              <a:lnSpc>
                <a:spcPct val="100000"/>
              </a:lnSpc>
              <a:spcBef>
                <a:spcPts val="2755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491949" y="69399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460166" y="4628295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98671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7" y="7572"/>
                </a:lnTo>
                <a:lnTo>
                  <a:pt x="390732" y="17038"/>
                </a:lnTo>
                <a:lnTo>
                  <a:pt x="347681" y="30289"/>
                </a:lnTo>
                <a:lnTo>
                  <a:pt x="305676" y="47327"/>
                </a:lnTo>
                <a:lnTo>
                  <a:pt x="264978" y="68152"/>
                </a:lnTo>
                <a:lnTo>
                  <a:pt x="225849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9" y="954325"/>
                </a:lnTo>
                <a:lnTo>
                  <a:pt x="264978" y="978936"/>
                </a:lnTo>
                <a:lnTo>
                  <a:pt x="305676" y="999760"/>
                </a:lnTo>
                <a:lnTo>
                  <a:pt x="347681" y="1016798"/>
                </a:lnTo>
                <a:lnTo>
                  <a:pt x="390732" y="1030050"/>
                </a:lnTo>
                <a:lnTo>
                  <a:pt x="434567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1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1" y="999760"/>
                </a:lnTo>
                <a:lnTo>
                  <a:pt x="782109" y="978936"/>
                </a:lnTo>
                <a:lnTo>
                  <a:pt x="821239" y="954325"/>
                </a:lnTo>
                <a:lnTo>
                  <a:pt x="858539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9" y="121159"/>
                </a:lnTo>
                <a:lnTo>
                  <a:pt x="821239" y="92762"/>
                </a:lnTo>
                <a:lnTo>
                  <a:pt x="782109" y="68152"/>
                </a:lnTo>
                <a:lnTo>
                  <a:pt x="741411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1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98671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491949" y="69399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052110" y="693996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460166" y="4628295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13569" y="361107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13569" y="361107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R="7005955" algn="ctr">
              <a:lnSpc>
                <a:spcPct val="100000"/>
              </a:lnSpc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491949" y="69399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052110" y="693996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695363" y="79073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94673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69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05205" y="5945233"/>
            <a:ext cx="296418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tabLst>
                <a:tab pos="231394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75776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79432" y="693996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56880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491949" y="69399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737984" y="682315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052110" y="693996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4353" y="4814378"/>
            <a:ext cx="12261850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315" dirty="0">
                <a:latin typeface="Arial Black"/>
                <a:cs typeface="Arial Black"/>
              </a:rPr>
              <a:t>Breadth-First</a:t>
            </a:r>
            <a:r>
              <a:rPr sz="9200" spc="-350" dirty="0">
                <a:latin typeface="Arial Black"/>
                <a:cs typeface="Arial Black"/>
              </a:rPr>
              <a:t> </a:t>
            </a:r>
            <a:r>
              <a:rPr sz="9200" spc="-595" dirty="0">
                <a:latin typeface="Arial Black"/>
                <a:cs typeface="Arial Black"/>
              </a:rPr>
              <a:t>Search</a:t>
            </a:r>
            <a:endParaRPr sz="9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107" y="3358925"/>
            <a:ext cx="13662343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275" dirty="0">
                <a:solidFill>
                  <a:srgbClr val="FFFFFF"/>
                </a:solidFill>
                <a:latin typeface="Arial Black"/>
                <a:cs typeface="Arial Black"/>
              </a:rPr>
              <a:t>breadth-first</a:t>
            </a:r>
            <a:r>
              <a:rPr lang="en-US" sz="9200" spc="-2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200" spc="-640" dirty="0">
                <a:solidFill>
                  <a:srgbClr val="FFFFFF"/>
                </a:solidFill>
                <a:latin typeface="Arial Black"/>
                <a:cs typeface="Arial Black"/>
              </a:rPr>
              <a:t>search</a:t>
            </a:r>
            <a:endParaRPr sz="92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9267" y="5807075"/>
            <a:ext cx="16077565" cy="18897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7259"/>
              </a:lnSpc>
              <a:spcBef>
                <a:spcPts val="475"/>
              </a:spcBef>
            </a:pPr>
            <a:r>
              <a:rPr sz="6150" spc="235" dirty="0">
                <a:solidFill>
                  <a:srgbClr val="FFFFFF"/>
                </a:solidFill>
                <a:latin typeface="Arial"/>
                <a:cs typeface="Arial"/>
              </a:rPr>
              <a:t>search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algorithm </a:t>
            </a:r>
            <a:r>
              <a:rPr sz="6150" spc="49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6150" spc="245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z="6150" spc="320" dirty="0">
                <a:solidFill>
                  <a:srgbClr val="FFFFFF"/>
                </a:solidFill>
                <a:latin typeface="Arial"/>
                <a:cs typeface="Arial"/>
              </a:rPr>
              <a:t>expands</a:t>
            </a:r>
            <a:r>
              <a:rPr sz="6150" spc="-6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6150" spc="280" dirty="0">
                <a:solidFill>
                  <a:srgbClr val="FFFFFF"/>
                </a:solidFill>
                <a:latin typeface="Arial"/>
                <a:cs typeface="Arial"/>
              </a:rPr>
              <a:t>shallowest </a:t>
            </a:r>
            <a:r>
              <a:rPr sz="6150" spc="434" dirty="0">
                <a:solidFill>
                  <a:srgbClr val="FFFFFF"/>
                </a:solidFill>
                <a:latin typeface="Arial"/>
                <a:cs typeface="Arial"/>
              </a:rPr>
              <a:t>node </a:t>
            </a:r>
            <a:r>
              <a:rPr sz="6150" spc="27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150" spc="-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405" dirty="0">
                <a:solidFill>
                  <a:srgbClr val="FFFFFF"/>
                </a:solidFill>
                <a:latin typeface="Arial"/>
                <a:cs typeface="Arial"/>
              </a:rPr>
              <a:t>frontier</a:t>
            </a:r>
            <a:endParaRPr sz="6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107" y="3358925"/>
            <a:ext cx="3682365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380" dirty="0">
                <a:solidFill>
                  <a:srgbClr val="FFFFFF"/>
                </a:solidFill>
                <a:latin typeface="Arial Black"/>
                <a:cs typeface="Arial Black"/>
              </a:rPr>
              <a:t>queue</a:t>
            </a:r>
            <a:endParaRPr sz="9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5107" y="5526398"/>
            <a:ext cx="9812020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50" spc="355" dirty="0">
                <a:solidFill>
                  <a:srgbClr val="FFFFFF"/>
                </a:solidFill>
                <a:latin typeface="Arial"/>
                <a:cs typeface="Arial"/>
              </a:rPr>
              <a:t>first-in </a:t>
            </a:r>
            <a:r>
              <a:rPr sz="6150" spc="440" dirty="0">
                <a:solidFill>
                  <a:srgbClr val="FFFFFF"/>
                </a:solidFill>
                <a:latin typeface="Arial"/>
                <a:cs typeface="Arial"/>
              </a:rPr>
              <a:t>first-out </a:t>
            </a:r>
            <a:r>
              <a:rPr sz="6150" spc="409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6150" spc="-4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150" spc="54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endParaRPr sz="6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solidFill>
            <a:srgbClr val="004E05"/>
          </a:solidFill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solidFill>
            <a:srgbClr val="004E05"/>
          </a:solidFill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413569" y="36094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36094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Lucida Sans"/>
              <a:cs typeface="Lucida Sans"/>
            </a:endParaRPr>
          </a:p>
          <a:p>
            <a:pPr marR="7000875" algn="ctr">
              <a:lnSpc>
                <a:spcPct val="100000"/>
              </a:lnSpc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858519">
              <a:lnSpc>
                <a:spcPct val="100000"/>
              </a:lnSpc>
              <a:spcBef>
                <a:spcPts val="3415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158456" y="1172902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4" h="1627505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58612" y="5770849"/>
            <a:ext cx="9173210" cy="2557145"/>
          </a:xfrm>
          <a:prstGeom prst="rect">
            <a:avLst/>
          </a:prstGeom>
          <a:ln w="83767">
            <a:solidFill>
              <a:srgbClr val="002F04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46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858519">
              <a:lnSpc>
                <a:spcPct val="100000"/>
              </a:lnSpc>
              <a:spcBef>
                <a:spcPts val="3415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158456" y="1172902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4" h="1627505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R="7028180" algn="ctr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6997700" algn="ctr">
              <a:lnSpc>
                <a:spcPct val="100000"/>
              </a:lnSpc>
              <a:spcBef>
                <a:spcPts val="2755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solidFill>
            <a:srgbClr val="800D02"/>
          </a:solidFill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29" name="object 29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939942" y="1766667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640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5205" y="2730671"/>
            <a:ext cx="185610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85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3550" b="1" spc="10" dirty="0">
                <a:solidFill>
                  <a:srgbClr val="FFFFFF"/>
                </a:solidFill>
                <a:latin typeface="Lucida Sans"/>
                <a:cs typeface="Lucida Sans"/>
              </a:rPr>
              <a:t>r</a:t>
            </a:r>
            <a:r>
              <a:rPr sz="3550" b="1" spc="-25" dirty="0">
                <a:solidFill>
                  <a:srgbClr val="FFFFFF"/>
                </a:solidFill>
                <a:latin typeface="Lucida Sans"/>
                <a:cs typeface="Lucida Sans"/>
              </a:rPr>
              <a:t>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3" name="object 33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939942" y="1766667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13569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13569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727696" y="3620697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005143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05144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308799" y="362069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460166" y="4628295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910845" y="6919026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005143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05144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L="2449830">
              <a:lnSpc>
                <a:spcPct val="100000"/>
              </a:lnSpc>
              <a:spcBef>
                <a:spcPts val="2755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98671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7" y="7572"/>
                </a:lnTo>
                <a:lnTo>
                  <a:pt x="390732" y="17038"/>
                </a:lnTo>
                <a:lnTo>
                  <a:pt x="347681" y="30289"/>
                </a:lnTo>
                <a:lnTo>
                  <a:pt x="305676" y="47327"/>
                </a:lnTo>
                <a:lnTo>
                  <a:pt x="264978" y="68152"/>
                </a:lnTo>
                <a:lnTo>
                  <a:pt x="225849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9" y="954325"/>
                </a:lnTo>
                <a:lnTo>
                  <a:pt x="264978" y="978936"/>
                </a:lnTo>
                <a:lnTo>
                  <a:pt x="305676" y="999760"/>
                </a:lnTo>
                <a:lnTo>
                  <a:pt x="347681" y="1016798"/>
                </a:lnTo>
                <a:lnTo>
                  <a:pt x="390732" y="1030050"/>
                </a:lnTo>
                <a:lnTo>
                  <a:pt x="434567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1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1" y="999760"/>
                </a:lnTo>
                <a:lnTo>
                  <a:pt x="782109" y="978936"/>
                </a:lnTo>
                <a:lnTo>
                  <a:pt x="821239" y="954325"/>
                </a:lnTo>
                <a:lnTo>
                  <a:pt x="858539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9" y="121159"/>
                </a:lnTo>
                <a:lnTo>
                  <a:pt x="821239" y="92762"/>
                </a:lnTo>
                <a:lnTo>
                  <a:pt x="782109" y="68152"/>
                </a:lnTo>
                <a:lnTo>
                  <a:pt x="741411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1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498671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640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5205" y="2730671"/>
            <a:ext cx="185610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85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3550" b="1" spc="10" dirty="0">
                <a:solidFill>
                  <a:srgbClr val="FFFFFF"/>
                </a:solidFill>
                <a:latin typeface="Lucida Sans"/>
                <a:cs typeface="Lucida Sans"/>
              </a:rPr>
              <a:t>r</a:t>
            </a:r>
            <a:r>
              <a:rPr sz="3550" b="1" spc="-25" dirty="0">
                <a:solidFill>
                  <a:srgbClr val="FFFFFF"/>
                </a:solidFill>
                <a:latin typeface="Lucida Sans"/>
                <a:cs typeface="Lucida Sans"/>
              </a:rPr>
              <a:t>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3" name="object 33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460166" y="4628295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910845" y="6919026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005143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05144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308799" y="3620697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596718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96718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931786" y="3631167"/>
            <a:ext cx="3917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0" name="object 30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755365" y="47330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910845" y="6919026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188292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8829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491949" y="6919026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96718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596718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R="639445" algn="ctr">
              <a:lnSpc>
                <a:spcPct val="100000"/>
              </a:lnSpc>
              <a:spcBef>
                <a:spcPts val="284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393959" y="8811776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1" y="699405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9" y="858537"/>
                </a:lnTo>
                <a:lnTo>
                  <a:pt x="954327" y="821237"/>
                </a:lnTo>
                <a:lnTo>
                  <a:pt x="978938" y="782107"/>
                </a:lnTo>
                <a:lnTo>
                  <a:pt x="999763" y="741409"/>
                </a:lnTo>
                <a:lnTo>
                  <a:pt x="1016802" y="699405"/>
                </a:lnTo>
                <a:lnTo>
                  <a:pt x="1030055" y="656354"/>
                </a:lnTo>
                <a:lnTo>
                  <a:pt x="1039520" y="612520"/>
                </a:lnTo>
                <a:lnTo>
                  <a:pt x="1045200" y="568162"/>
                </a:lnTo>
                <a:lnTo>
                  <a:pt x="1047093" y="523544"/>
                </a:lnTo>
                <a:lnTo>
                  <a:pt x="1045200" y="478925"/>
                </a:lnTo>
                <a:lnTo>
                  <a:pt x="1039520" y="434568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7393963" y="8811776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5306205" y="8311653"/>
            <a:ext cx="2804795" cy="132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10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10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640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5205" y="2730671"/>
            <a:ext cx="185610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85" dirty="0">
                <a:solidFill>
                  <a:srgbClr val="FFFFFF"/>
                </a:solidFill>
                <a:latin typeface="Lucida Sans"/>
                <a:cs typeface="Lucida Sans"/>
              </a:rPr>
              <a:t>F</a:t>
            </a:r>
            <a:r>
              <a:rPr sz="3550" b="1" spc="10" dirty="0">
                <a:solidFill>
                  <a:srgbClr val="FFFFFF"/>
                </a:solidFill>
                <a:latin typeface="Lucida Sans"/>
                <a:cs typeface="Lucida Sans"/>
              </a:rPr>
              <a:t>r</a:t>
            </a:r>
            <a:r>
              <a:rPr sz="3550" b="1" spc="-25" dirty="0">
                <a:solidFill>
                  <a:srgbClr val="FFFFFF"/>
                </a:solidFill>
                <a:latin typeface="Lucida Sans"/>
                <a:cs typeface="Lucida Sans"/>
              </a:rPr>
              <a:t>ontier</a:t>
            </a:r>
            <a:endParaRPr sz="3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3" name="object 33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755365" y="47330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910845" y="6919026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88292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8829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491949" y="6919026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596718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96718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931786" y="3631167"/>
            <a:ext cx="3917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188292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88293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523361" y="3631167"/>
            <a:ext cx="38417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5381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8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985376" y="81973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652127" y="2017874"/>
            <a:ext cx="2198370" cy="302260"/>
          </a:xfrm>
          <a:custGeom>
            <a:avLst/>
            <a:gdLst/>
            <a:ahLst/>
            <a:cxnLst/>
            <a:rect l="l" t="t" r="r" b="b"/>
            <a:pathLst>
              <a:path w="2198369" h="302260">
                <a:moveTo>
                  <a:pt x="0" y="0"/>
                </a:moveTo>
                <a:lnTo>
                  <a:pt x="2156870" y="296043"/>
                </a:lnTo>
                <a:lnTo>
                  <a:pt x="2198365" y="30173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86795" y="2152089"/>
            <a:ext cx="346075" cy="323850"/>
          </a:xfrm>
          <a:custGeom>
            <a:avLst/>
            <a:gdLst/>
            <a:ahLst/>
            <a:cxnLst/>
            <a:rect l="l" t="t" r="r" b="b"/>
            <a:pathLst>
              <a:path w="346075" h="323850">
                <a:moveTo>
                  <a:pt x="44417" y="0"/>
                </a:moveTo>
                <a:lnTo>
                  <a:pt x="0" y="323657"/>
                </a:lnTo>
                <a:lnTo>
                  <a:pt x="345863" y="206253"/>
                </a:lnTo>
                <a:lnTo>
                  <a:pt x="444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48473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39" y="0"/>
                </a:moveTo>
                <a:lnTo>
                  <a:pt x="478920" y="1893"/>
                </a:lnTo>
                <a:lnTo>
                  <a:pt x="434563" y="7572"/>
                </a:lnTo>
                <a:lnTo>
                  <a:pt x="390729" y="17038"/>
                </a:lnTo>
                <a:lnTo>
                  <a:pt x="347679" y="30290"/>
                </a:lnTo>
                <a:lnTo>
                  <a:pt x="305675" y="47328"/>
                </a:lnTo>
                <a:lnTo>
                  <a:pt x="264977" y="68152"/>
                </a:lnTo>
                <a:lnTo>
                  <a:pt x="225848" y="92763"/>
                </a:lnTo>
                <a:lnTo>
                  <a:pt x="188549" y="121160"/>
                </a:lnTo>
                <a:lnTo>
                  <a:pt x="153340" y="153343"/>
                </a:lnTo>
                <a:lnTo>
                  <a:pt x="121158" y="188552"/>
                </a:lnTo>
                <a:lnTo>
                  <a:pt x="92761" y="225851"/>
                </a:lnTo>
                <a:lnTo>
                  <a:pt x="68151" y="264981"/>
                </a:lnTo>
                <a:lnTo>
                  <a:pt x="47327" y="305679"/>
                </a:lnTo>
                <a:lnTo>
                  <a:pt x="30289" y="347683"/>
                </a:lnTo>
                <a:lnTo>
                  <a:pt x="17037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7" y="656354"/>
                </a:lnTo>
                <a:lnTo>
                  <a:pt x="30289" y="699405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7" y="978936"/>
                </a:lnTo>
                <a:lnTo>
                  <a:pt x="305675" y="999760"/>
                </a:lnTo>
                <a:lnTo>
                  <a:pt x="347679" y="1016798"/>
                </a:lnTo>
                <a:lnTo>
                  <a:pt x="390729" y="1030050"/>
                </a:lnTo>
                <a:lnTo>
                  <a:pt x="434563" y="1039515"/>
                </a:lnTo>
                <a:lnTo>
                  <a:pt x="478920" y="1045195"/>
                </a:lnTo>
                <a:lnTo>
                  <a:pt x="523539" y="1047088"/>
                </a:lnTo>
                <a:lnTo>
                  <a:pt x="568157" y="1045195"/>
                </a:lnTo>
                <a:lnTo>
                  <a:pt x="612514" y="1039515"/>
                </a:lnTo>
                <a:lnTo>
                  <a:pt x="656348" y="1030050"/>
                </a:lnTo>
                <a:lnTo>
                  <a:pt x="699398" y="1016798"/>
                </a:lnTo>
                <a:lnTo>
                  <a:pt x="741402" y="999760"/>
                </a:lnTo>
                <a:lnTo>
                  <a:pt x="782100" y="978936"/>
                </a:lnTo>
                <a:lnTo>
                  <a:pt x="821229" y="954325"/>
                </a:lnTo>
                <a:lnTo>
                  <a:pt x="858528" y="925928"/>
                </a:lnTo>
                <a:lnTo>
                  <a:pt x="893737" y="893745"/>
                </a:lnTo>
                <a:lnTo>
                  <a:pt x="925921" y="858537"/>
                </a:lnTo>
                <a:lnTo>
                  <a:pt x="954319" y="821237"/>
                </a:lnTo>
                <a:lnTo>
                  <a:pt x="978930" y="782107"/>
                </a:lnTo>
                <a:lnTo>
                  <a:pt x="999756" y="741409"/>
                </a:lnTo>
                <a:lnTo>
                  <a:pt x="1016794" y="699405"/>
                </a:lnTo>
                <a:lnTo>
                  <a:pt x="1030047" y="656354"/>
                </a:lnTo>
                <a:lnTo>
                  <a:pt x="1039513" y="612520"/>
                </a:lnTo>
                <a:lnTo>
                  <a:pt x="1045192" y="568163"/>
                </a:lnTo>
                <a:lnTo>
                  <a:pt x="1047085" y="523544"/>
                </a:lnTo>
                <a:lnTo>
                  <a:pt x="1045192" y="478925"/>
                </a:lnTo>
                <a:lnTo>
                  <a:pt x="1039513" y="434568"/>
                </a:lnTo>
                <a:lnTo>
                  <a:pt x="1030047" y="390734"/>
                </a:lnTo>
                <a:lnTo>
                  <a:pt x="1016794" y="347683"/>
                </a:lnTo>
                <a:lnTo>
                  <a:pt x="999756" y="305679"/>
                </a:lnTo>
                <a:lnTo>
                  <a:pt x="978930" y="264981"/>
                </a:lnTo>
                <a:lnTo>
                  <a:pt x="954319" y="225851"/>
                </a:lnTo>
                <a:lnTo>
                  <a:pt x="925921" y="188552"/>
                </a:lnTo>
                <a:lnTo>
                  <a:pt x="893737" y="153343"/>
                </a:lnTo>
                <a:lnTo>
                  <a:pt x="858528" y="121160"/>
                </a:lnTo>
                <a:lnTo>
                  <a:pt x="821229" y="92763"/>
                </a:lnTo>
                <a:lnTo>
                  <a:pt x="782100" y="68152"/>
                </a:lnTo>
                <a:lnTo>
                  <a:pt x="741402" y="47328"/>
                </a:lnTo>
                <a:lnTo>
                  <a:pt x="699398" y="30290"/>
                </a:lnTo>
                <a:lnTo>
                  <a:pt x="656348" y="17038"/>
                </a:lnTo>
                <a:lnTo>
                  <a:pt x="612514" y="7572"/>
                </a:lnTo>
                <a:lnTo>
                  <a:pt x="568157" y="1893"/>
                </a:lnTo>
                <a:lnTo>
                  <a:pt x="523539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48467" y="14629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35633" y="1578874"/>
            <a:ext cx="47244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29960" y="205668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6"/>
                </a:lnTo>
                <a:lnTo>
                  <a:pt x="92761" y="821236"/>
                </a:lnTo>
                <a:lnTo>
                  <a:pt x="121158" y="858536"/>
                </a:lnTo>
                <a:lnTo>
                  <a:pt x="153340" y="893745"/>
                </a:lnTo>
                <a:lnTo>
                  <a:pt x="188549" y="925928"/>
                </a:lnTo>
                <a:lnTo>
                  <a:pt x="225848" y="954325"/>
                </a:lnTo>
                <a:lnTo>
                  <a:pt x="264978" y="978935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5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5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5"/>
                </a:lnTo>
                <a:lnTo>
                  <a:pt x="821236" y="954325"/>
                </a:lnTo>
                <a:lnTo>
                  <a:pt x="858537" y="925928"/>
                </a:lnTo>
                <a:lnTo>
                  <a:pt x="893747" y="893745"/>
                </a:lnTo>
                <a:lnTo>
                  <a:pt x="925930" y="858536"/>
                </a:lnTo>
                <a:lnTo>
                  <a:pt x="954326" y="821236"/>
                </a:lnTo>
                <a:lnTo>
                  <a:pt x="978937" y="782106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9955" y="205668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536564" y="2175714"/>
            <a:ext cx="4337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750177" y="491831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7"/>
                </a:lnTo>
                <a:lnTo>
                  <a:pt x="92766" y="821237"/>
                </a:lnTo>
                <a:lnTo>
                  <a:pt x="121164" y="858537"/>
                </a:lnTo>
                <a:lnTo>
                  <a:pt x="153348" y="893746"/>
                </a:lnTo>
                <a:lnTo>
                  <a:pt x="188557" y="925929"/>
                </a:lnTo>
                <a:lnTo>
                  <a:pt x="225856" y="954325"/>
                </a:lnTo>
                <a:lnTo>
                  <a:pt x="264985" y="978936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6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6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6" y="925929"/>
                </a:lnTo>
                <a:lnTo>
                  <a:pt x="893745" y="893746"/>
                </a:lnTo>
                <a:lnTo>
                  <a:pt x="925927" y="858537"/>
                </a:lnTo>
                <a:lnTo>
                  <a:pt x="954324" y="821237"/>
                </a:lnTo>
                <a:lnTo>
                  <a:pt x="978934" y="782107"/>
                </a:lnTo>
                <a:lnTo>
                  <a:pt x="999758" y="741409"/>
                </a:lnTo>
                <a:lnTo>
                  <a:pt x="1016796" y="699404"/>
                </a:lnTo>
                <a:lnTo>
                  <a:pt x="1030048" y="656354"/>
                </a:lnTo>
                <a:lnTo>
                  <a:pt x="1039513" y="612519"/>
                </a:lnTo>
                <a:lnTo>
                  <a:pt x="1045192" y="568162"/>
                </a:lnTo>
                <a:lnTo>
                  <a:pt x="1047085" y="523543"/>
                </a:lnTo>
                <a:lnTo>
                  <a:pt x="1045192" y="478925"/>
                </a:lnTo>
                <a:lnTo>
                  <a:pt x="1039513" y="434567"/>
                </a:lnTo>
                <a:lnTo>
                  <a:pt x="1030048" y="390733"/>
                </a:lnTo>
                <a:lnTo>
                  <a:pt x="1016796" y="347683"/>
                </a:lnTo>
                <a:lnTo>
                  <a:pt x="999758" y="305678"/>
                </a:lnTo>
                <a:lnTo>
                  <a:pt x="978934" y="264980"/>
                </a:lnTo>
                <a:lnTo>
                  <a:pt x="954324" y="225851"/>
                </a:lnTo>
                <a:lnTo>
                  <a:pt x="925927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50178" y="491830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54904" y="5034266"/>
            <a:ext cx="4432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45382" y="502301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0" y="0"/>
                </a:moveTo>
                <a:lnTo>
                  <a:pt x="478921" y="1893"/>
                </a:lnTo>
                <a:lnTo>
                  <a:pt x="434564" y="7572"/>
                </a:lnTo>
                <a:lnTo>
                  <a:pt x="390730" y="17038"/>
                </a:lnTo>
                <a:lnTo>
                  <a:pt x="347680" y="30289"/>
                </a:lnTo>
                <a:lnTo>
                  <a:pt x="305675" y="47327"/>
                </a:lnTo>
                <a:lnTo>
                  <a:pt x="264978" y="68152"/>
                </a:lnTo>
                <a:lnTo>
                  <a:pt x="225848" y="92762"/>
                </a:lnTo>
                <a:lnTo>
                  <a:pt x="188549" y="121159"/>
                </a:lnTo>
                <a:lnTo>
                  <a:pt x="153340" y="153342"/>
                </a:lnTo>
                <a:lnTo>
                  <a:pt x="121158" y="188551"/>
                </a:lnTo>
                <a:lnTo>
                  <a:pt x="92761" y="225851"/>
                </a:lnTo>
                <a:lnTo>
                  <a:pt x="68151" y="264980"/>
                </a:lnTo>
                <a:lnTo>
                  <a:pt x="47327" y="305678"/>
                </a:lnTo>
                <a:lnTo>
                  <a:pt x="30289" y="347683"/>
                </a:lnTo>
                <a:lnTo>
                  <a:pt x="17037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7" y="656354"/>
                </a:lnTo>
                <a:lnTo>
                  <a:pt x="30289" y="699404"/>
                </a:lnTo>
                <a:lnTo>
                  <a:pt x="47327" y="741409"/>
                </a:lnTo>
                <a:lnTo>
                  <a:pt x="68151" y="782107"/>
                </a:lnTo>
                <a:lnTo>
                  <a:pt x="92761" y="821237"/>
                </a:lnTo>
                <a:lnTo>
                  <a:pt x="121158" y="858537"/>
                </a:lnTo>
                <a:lnTo>
                  <a:pt x="153340" y="893746"/>
                </a:lnTo>
                <a:lnTo>
                  <a:pt x="188549" y="925929"/>
                </a:lnTo>
                <a:lnTo>
                  <a:pt x="225848" y="954325"/>
                </a:lnTo>
                <a:lnTo>
                  <a:pt x="264978" y="978936"/>
                </a:lnTo>
                <a:lnTo>
                  <a:pt x="305675" y="999760"/>
                </a:lnTo>
                <a:lnTo>
                  <a:pt x="347680" y="1016798"/>
                </a:lnTo>
                <a:lnTo>
                  <a:pt x="390730" y="1030050"/>
                </a:lnTo>
                <a:lnTo>
                  <a:pt x="434564" y="1039516"/>
                </a:lnTo>
                <a:lnTo>
                  <a:pt x="478921" y="1045195"/>
                </a:lnTo>
                <a:lnTo>
                  <a:pt x="523540" y="1047088"/>
                </a:lnTo>
                <a:lnTo>
                  <a:pt x="568159" y="1045195"/>
                </a:lnTo>
                <a:lnTo>
                  <a:pt x="612516" y="1039516"/>
                </a:lnTo>
                <a:lnTo>
                  <a:pt x="656351" y="1030050"/>
                </a:lnTo>
                <a:lnTo>
                  <a:pt x="699402" y="1016798"/>
                </a:lnTo>
                <a:lnTo>
                  <a:pt x="741407" y="999760"/>
                </a:lnTo>
                <a:lnTo>
                  <a:pt x="782106" y="978936"/>
                </a:lnTo>
                <a:lnTo>
                  <a:pt x="821236" y="954325"/>
                </a:lnTo>
                <a:lnTo>
                  <a:pt x="858537" y="925929"/>
                </a:lnTo>
                <a:lnTo>
                  <a:pt x="893747" y="893746"/>
                </a:lnTo>
                <a:lnTo>
                  <a:pt x="925930" y="858537"/>
                </a:lnTo>
                <a:lnTo>
                  <a:pt x="954326" y="821237"/>
                </a:lnTo>
                <a:lnTo>
                  <a:pt x="978937" y="782107"/>
                </a:lnTo>
                <a:lnTo>
                  <a:pt x="999761" y="741409"/>
                </a:lnTo>
                <a:lnTo>
                  <a:pt x="1016798" y="699404"/>
                </a:lnTo>
                <a:lnTo>
                  <a:pt x="1030050" y="656354"/>
                </a:lnTo>
                <a:lnTo>
                  <a:pt x="1039516" y="612519"/>
                </a:lnTo>
                <a:lnTo>
                  <a:pt x="1045195" y="568162"/>
                </a:lnTo>
                <a:lnTo>
                  <a:pt x="1047088" y="523543"/>
                </a:lnTo>
                <a:lnTo>
                  <a:pt x="1045195" y="478925"/>
                </a:lnTo>
                <a:lnTo>
                  <a:pt x="1039516" y="434567"/>
                </a:lnTo>
                <a:lnTo>
                  <a:pt x="1030050" y="390733"/>
                </a:lnTo>
                <a:lnTo>
                  <a:pt x="1016798" y="347683"/>
                </a:lnTo>
                <a:lnTo>
                  <a:pt x="999761" y="305678"/>
                </a:lnTo>
                <a:lnTo>
                  <a:pt x="978937" y="264980"/>
                </a:lnTo>
                <a:lnTo>
                  <a:pt x="954326" y="225851"/>
                </a:lnTo>
                <a:lnTo>
                  <a:pt x="925930" y="188551"/>
                </a:lnTo>
                <a:lnTo>
                  <a:pt x="893747" y="153342"/>
                </a:lnTo>
                <a:lnTo>
                  <a:pt x="858537" y="121159"/>
                </a:lnTo>
                <a:lnTo>
                  <a:pt x="821236" y="92762"/>
                </a:lnTo>
                <a:lnTo>
                  <a:pt x="782106" y="68152"/>
                </a:lnTo>
                <a:lnTo>
                  <a:pt x="741407" y="47327"/>
                </a:lnTo>
                <a:lnTo>
                  <a:pt x="699402" y="30289"/>
                </a:lnTo>
                <a:lnTo>
                  <a:pt x="656351" y="17038"/>
                </a:lnTo>
                <a:lnTo>
                  <a:pt x="612516" y="7572"/>
                </a:lnTo>
                <a:lnTo>
                  <a:pt x="568159" y="1893"/>
                </a:lnTo>
                <a:lnTo>
                  <a:pt x="523540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45377" y="5023018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32291" y="5138975"/>
            <a:ext cx="467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93959" y="8798550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6" y="0"/>
                </a:moveTo>
                <a:lnTo>
                  <a:pt x="478928" y="1893"/>
                </a:lnTo>
                <a:lnTo>
                  <a:pt x="434571" y="7572"/>
                </a:lnTo>
                <a:lnTo>
                  <a:pt x="390737" y="17038"/>
                </a:lnTo>
                <a:lnTo>
                  <a:pt x="347687" y="30289"/>
                </a:lnTo>
                <a:lnTo>
                  <a:pt x="305683" y="47327"/>
                </a:lnTo>
                <a:lnTo>
                  <a:pt x="264985" y="68152"/>
                </a:lnTo>
                <a:lnTo>
                  <a:pt x="225856" y="92762"/>
                </a:lnTo>
                <a:lnTo>
                  <a:pt x="188557" y="121159"/>
                </a:lnTo>
                <a:lnTo>
                  <a:pt x="153348" y="153342"/>
                </a:lnTo>
                <a:lnTo>
                  <a:pt x="121164" y="188551"/>
                </a:lnTo>
                <a:lnTo>
                  <a:pt x="92766" y="225851"/>
                </a:lnTo>
                <a:lnTo>
                  <a:pt x="68154" y="264980"/>
                </a:lnTo>
                <a:lnTo>
                  <a:pt x="47329" y="305678"/>
                </a:lnTo>
                <a:lnTo>
                  <a:pt x="30291" y="347683"/>
                </a:lnTo>
                <a:lnTo>
                  <a:pt x="17038" y="390733"/>
                </a:lnTo>
                <a:lnTo>
                  <a:pt x="7572" y="434567"/>
                </a:lnTo>
                <a:lnTo>
                  <a:pt x="1893" y="478925"/>
                </a:lnTo>
                <a:lnTo>
                  <a:pt x="0" y="523543"/>
                </a:lnTo>
                <a:lnTo>
                  <a:pt x="1893" y="568162"/>
                </a:lnTo>
                <a:lnTo>
                  <a:pt x="7572" y="612519"/>
                </a:lnTo>
                <a:lnTo>
                  <a:pt x="17038" y="656354"/>
                </a:lnTo>
                <a:lnTo>
                  <a:pt x="30291" y="699404"/>
                </a:lnTo>
                <a:lnTo>
                  <a:pt x="47329" y="741409"/>
                </a:lnTo>
                <a:lnTo>
                  <a:pt x="68154" y="782106"/>
                </a:lnTo>
                <a:lnTo>
                  <a:pt x="92766" y="821236"/>
                </a:lnTo>
                <a:lnTo>
                  <a:pt x="121164" y="858536"/>
                </a:lnTo>
                <a:lnTo>
                  <a:pt x="153348" y="893745"/>
                </a:lnTo>
                <a:lnTo>
                  <a:pt x="188557" y="925928"/>
                </a:lnTo>
                <a:lnTo>
                  <a:pt x="225856" y="954325"/>
                </a:lnTo>
                <a:lnTo>
                  <a:pt x="264985" y="978935"/>
                </a:lnTo>
                <a:lnTo>
                  <a:pt x="305683" y="999760"/>
                </a:lnTo>
                <a:lnTo>
                  <a:pt x="347687" y="1016798"/>
                </a:lnTo>
                <a:lnTo>
                  <a:pt x="390737" y="1030050"/>
                </a:lnTo>
                <a:lnTo>
                  <a:pt x="434571" y="1039515"/>
                </a:lnTo>
                <a:lnTo>
                  <a:pt x="478928" y="1045195"/>
                </a:lnTo>
                <a:lnTo>
                  <a:pt x="523546" y="1047088"/>
                </a:lnTo>
                <a:lnTo>
                  <a:pt x="568165" y="1045195"/>
                </a:lnTo>
                <a:lnTo>
                  <a:pt x="612522" y="1039515"/>
                </a:lnTo>
                <a:lnTo>
                  <a:pt x="656356" y="1030050"/>
                </a:lnTo>
                <a:lnTo>
                  <a:pt x="699406" y="1016798"/>
                </a:lnTo>
                <a:lnTo>
                  <a:pt x="741410" y="999760"/>
                </a:lnTo>
                <a:lnTo>
                  <a:pt x="782107" y="978935"/>
                </a:lnTo>
                <a:lnTo>
                  <a:pt x="821237" y="954325"/>
                </a:lnTo>
                <a:lnTo>
                  <a:pt x="858536" y="925928"/>
                </a:lnTo>
                <a:lnTo>
                  <a:pt x="893745" y="893745"/>
                </a:lnTo>
                <a:lnTo>
                  <a:pt x="925929" y="858536"/>
                </a:lnTo>
                <a:lnTo>
                  <a:pt x="954327" y="821236"/>
                </a:lnTo>
                <a:lnTo>
                  <a:pt x="978938" y="782106"/>
                </a:lnTo>
                <a:lnTo>
                  <a:pt x="999763" y="741409"/>
                </a:lnTo>
                <a:lnTo>
                  <a:pt x="1016802" y="699404"/>
                </a:lnTo>
                <a:lnTo>
                  <a:pt x="1030055" y="656354"/>
                </a:lnTo>
                <a:lnTo>
                  <a:pt x="1039520" y="612519"/>
                </a:lnTo>
                <a:lnTo>
                  <a:pt x="1045200" y="568162"/>
                </a:lnTo>
                <a:lnTo>
                  <a:pt x="1047093" y="523543"/>
                </a:lnTo>
                <a:lnTo>
                  <a:pt x="1045200" y="478925"/>
                </a:lnTo>
                <a:lnTo>
                  <a:pt x="1039520" y="434567"/>
                </a:lnTo>
                <a:lnTo>
                  <a:pt x="1030055" y="390733"/>
                </a:lnTo>
                <a:lnTo>
                  <a:pt x="1016802" y="347683"/>
                </a:lnTo>
                <a:lnTo>
                  <a:pt x="999763" y="305678"/>
                </a:lnTo>
                <a:lnTo>
                  <a:pt x="978938" y="264980"/>
                </a:lnTo>
                <a:lnTo>
                  <a:pt x="954327" y="225851"/>
                </a:lnTo>
                <a:lnTo>
                  <a:pt x="925929" y="188551"/>
                </a:lnTo>
                <a:lnTo>
                  <a:pt x="893745" y="153342"/>
                </a:lnTo>
                <a:lnTo>
                  <a:pt x="858536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10" y="47327"/>
                </a:lnTo>
                <a:lnTo>
                  <a:pt x="699406" y="30289"/>
                </a:lnTo>
                <a:lnTo>
                  <a:pt x="656356" y="17038"/>
                </a:lnTo>
                <a:lnTo>
                  <a:pt x="612522" y="7572"/>
                </a:lnTo>
                <a:lnTo>
                  <a:pt x="568165" y="1893"/>
                </a:lnTo>
                <a:lnTo>
                  <a:pt x="523546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393963" y="879854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306205" y="8311653"/>
            <a:ext cx="2804795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60"/>
              </a:lnSpc>
              <a:spcBef>
                <a:spcPts val="100"/>
              </a:spcBef>
            </a:pPr>
            <a:r>
              <a:rPr sz="4450" spc="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450">
              <a:latin typeface="Arial"/>
              <a:cs typeface="Arial"/>
            </a:endParaRPr>
          </a:p>
          <a:p>
            <a:pPr marL="2420620">
              <a:lnSpc>
                <a:spcPts val="5060"/>
              </a:lnSpc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465578" y="3242323"/>
            <a:ext cx="200660" cy="1303655"/>
          </a:xfrm>
          <a:custGeom>
            <a:avLst/>
            <a:gdLst/>
            <a:ahLst/>
            <a:cxnLst/>
            <a:rect l="l" t="t" r="r" b="b"/>
            <a:pathLst>
              <a:path w="200659" h="1303654">
                <a:moveTo>
                  <a:pt x="200373" y="0"/>
                </a:moveTo>
                <a:lnTo>
                  <a:pt x="6364" y="1261952"/>
                </a:lnTo>
                <a:lnTo>
                  <a:pt x="0" y="1303349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10496" y="4479455"/>
            <a:ext cx="323215" cy="347980"/>
          </a:xfrm>
          <a:custGeom>
            <a:avLst/>
            <a:gdLst/>
            <a:ahLst/>
            <a:cxnLst/>
            <a:rect l="l" t="t" r="r" b="b"/>
            <a:pathLst>
              <a:path w="323215" h="347979">
                <a:moveTo>
                  <a:pt x="0" y="0"/>
                </a:moveTo>
                <a:lnTo>
                  <a:pt x="111808" y="347719"/>
                </a:lnTo>
                <a:lnTo>
                  <a:pt x="322901" y="496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363909" y="2870975"/>
            <a:ext cx="1727200" cy="1866900"/>
          </a:xfrm>
          <a:custGeom>
            <a:avLst/>
            <a:gdLst/>
            <a:ahLst/>
            <a:cxnLst/>
            <a:rect l="l" t="t" r="r" b="b"/>
            <a:pathLst>
              <a:path w="1727200" h="1866900">
                <a:moveTo>
                  <a:pt x="0" y="0"/>
                </a:moveTo>
                <a:lnTo>
                  <a:pt x="1698218" y="1835870"/>
                </a:lnTo>
                <a:lnTo>
                  <a:pt x="1726659" y="1866617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942218" y="4595926"/>
            <a:ext cx="342265" cy="351155"/>
          </a:xfrm>
          <a:custGeom>
            <a:avLst/>
            <a:gdLst/>
            <a:ahLst/>
            <a:cxnLst/>
            <a:rect l="l" t="t" r="r" b="b"/>
            <a:pathLst>
              <a:path w="342265" h="351154">
                <a:moveTo>
                  <a:pt x="239814" y="0"/>
                </a:moveTo>
                <a:lnTo>
                  <a:pt x="0" y="221840"/>
                </a:lnTo>
                <a:lnTo>
                  <a:pt x="341748" y="350741"/>
                </a:lnTo>
                <a:lnTo>
                  <a:pt x="239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3330" y="6202024"/>
            <a:ext cx="431165" cy="2206625"/>
          </a:xfrm>
          <a:custGeom>
            <a:avLst/>
            <a:gdLst/>
            <a:ahLst/>
            <a:cxnLst/>
            <a:rect l="l" t="t" r="r" b="b"/>
            <a:pathLst>
              <a:path w="431165" h="2206625">
                <a:moveTo>
                  <a:pt x="430618" y="0"/>
                </a:moveTo>
                <a:lnTo>
                  <a:pt x="8023" y="2165214"/>
                </a:lnTo>
                <a:lnTo>
                  <a:pt x="0" y="220632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31035" y="8335949"/>
            <a:ext cx="320675" cy="352425"/>
          </a:xfrm>
          <a:custGeom>
            <a:avLst/>
            <a:gdLst/>
            <a:ahLst/>
            <a:cxnLst/>
            <a:rect l="l" t="t" r="r" b="b"/>
            <a:pathLst>
              <a:path w="320675" h="352425">
                <a:moveTo>
                  <a:pt x="0" y="0"/>
                </a:moveTo>
                <a:lnTo>
                  <a:pt x="97745" y="351932"/>
                </a:lnTo>
                <a:lnTo>
                  <a:pt x="320639" y="625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86383" y="6125445"/>
            <a:ext cx="167640" cy="1633220"/>
          </a:xfrm>
          <a:custGeom>
            <a:avLst/>
            <a:gdLst/>
            <a:ahLst/>
            <a:cxnLst/>
            <a:rect l="l" t="t" r="r" b="b"/>
            <a:pathLst>
              <a:path w="167640" h="1633220">
                <a:moveTo>
                  <a:pt x="0" y="0"/>
                </a:moveTo>
                <a:lnTo>
                  <a:pt x="162845" y="1591096"/>
                </a:lnTo>
                <a:lnTo>
                  <a:pt x="167109" y="1632762"/>
                </a:lnTo>
              </a:path>
            </a:pathLst>
          </a:custGeom>
          <a:ln w="837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286738" y="7699911"/>
            <a:ext cx="325120" cy="341630"/>
          </a:xfrm>
          <a:custGeom>
            <a:avLst/>
            <a:gdLst/>
            <a:ahLst/>
            <a:cxnLst/>
            <a:rect l="l" t="t" r="r" b="b"/>
            <a:pathLst>
              <a:path w="325119" h="341629">
                <a:moveTo>
                  <a:pt x="324984" y="0"/>
                </a:moveTo>
                <a:lnTo>
                  <a:pt x="0" y="33262"/>
                </a:lnTo>
                <a:lnTo>
                  <a:pt x="195753" y="341625"/>
                </a:lnTo>
                <a:lnTo>
                  <a:pt x="324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8612" y="2616103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800D0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877325" y="1285689"/>
            <a:ext cx="709040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270" dirty="0"/>
              <a:t>Find</a:t>
            </a:r>
            <a:r>
              <a:rPr sz="4700" spc="90" dirty="0"/>
              <a:t> </a:t>
            </a:r>
            <a:r>
              <a:rPr sz="4700" spc="80" dirty="0"/>
              <a:t>a</a:t>
            </a:r>
            <a:r>
              <a:rPr sz="4700" spc="95" dirty="0"/>
              <a:t> </a:t>
            </a:r>
            <a:r>
              <a:rPr sz="4700" spc="345" dirty="0"/>
              <a:t>path</a:t>
            </a:r>
            <a:r>
              <a:rPr sz="4700" spc="95" dirty="0"/>
              <a:t> </a:t>
            </a:r>
            <a:r>
              <a:rPr sz="4700" spc="380" dirty="0"/>
              <a:t>from</a:t>
            </a:r>
            <a:r>
              <a:rPr sz="4700" spc="90" dirty="0"/>
              <a:t> </a:t>
            </a:r>
            <a:r>
              <a:rPr sz="4700" spc="575" dirty="0"/>
              <a:t>A</a:t>
            </a:r>
            <a:r>
              <a:rPr sz="4700" spc="95" dirty="0"/>
              <a:t> </a:t>
            </a:r>
            <a:r>
              <a:rPr sz="4700" spc="445" dirty="0"/>
              <a:t>to</a:t>
            </a:r>
            <a:r>
              <a:rPr sz="4700" spc="95" dirty="0"/>
              <a:t> </a:t>
            </a:r>
            <a:r>
              <a:rPr sz="4700" spc="-110" dirty="0"/>
              <a:t>E.</a:t>
            </a:r>
            <a:endParaRPr sz="4700"/>
          </a:p>
        </p:txBody>
      </p:sp>
      <p:sp>
        <p:nvSpPr>
          <p:cNvPr id="31" name="object 31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9172811" y="0"/>
                </a:moveTo>
                <a:lnTo>
                  <a:pt x="0" y="0"/>
                </a:lnTo>
                <a:lnTo>
                  <a:pt x="0" y="2556994"/>
                </a:lnTo>
                <a:lnTo>
                  <a:pt x="9172811" y="2556994"/>
                </a:lnTo>
                <a:lnTo>
                  <a:pt x="9172811" y="0"/>
                </a:lnTo>
                <a:close/>
              </a:path>
            </a:pathLst>
          </a:custGeom>
          <a:solidFill>
            <a:srgbClr val="004E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8612" y="5770849"/>
            <a:ext cx="9173210" cy="2557145"/>
          </a:xfrm>
          <a:custGeom>
            <a:avLst/>
            <a:gdLst/>
            <a:ahLst/>
            <a:cxnLst/>
            <a:rect l="l" t="t" r="r" b="b"/>
            <a:pathLst>
              <a:path w="9173210" h="2557145">
                <a:moveTo>
                  <a:pt x="0" y="0"/>
                </a:moveTo>
                <a:lnTo>
                  <a:pt x="9172811" y="0"/>
                </a:lnTo>
                <a:lnTo>
                  <a:pt x="9172811" y="2556994"/>
                </a:lnTo>
                <a:lnTo>
                  <a:pt x="0" y="2556994"/>
                </a:lnTo>
                <a:lnTo>
                  <a:pt x="0" y="0"/>
                </a:lnTo>
                <a:close/>
              </a:path>
            </a:pathLst>
          </a:custGeom>
          <a:ln w="83767">
            <a:solidFill>
              <a:srgbClr val="002F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13569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695363" y="7907304"/>
            <a:ext cx="1627505" cy="1627505"/>
          </a:xfrm>
          <a:custGeom>
            <a:avLst/>
            <a:gdLst/>
            <a:ahLst/>
            <a:cxnLst/>
            <a:rect l="l" t="t" r="r" b="b"/>
            <a:pathLst>
              <a:path w="1627505" h="1627504">
                <a:moveTo>
                  <a:pt x="1388832" y="238285"/>
                </a:moveTo>
                <a:lnTo>
                  <a:pt x="1421657" y="273064"/>
                </a:lnTo>
                <a:lnTo>
                  <a:pt x="1452050" y="309245"/>
                </a:lnTo>
                <a:lnTo>
                  <a:pt x="1480013" y="346721"/>
                </a:lnTo>
                <a:lnTo>
                  <a:pt x="1505543" y="385384"/>
                </a:lnTo>
                <a:lnTo>
                  <a:pt x="1528642" y="425126"/>
                </a:lnTo>
                <a:lnTo>
                  <a:pt x="1549310" y="465839"/>
                </a:lnTo>
                <a:lnTo>
                  <a:pt x="1567546" y="507416"/>
                </a:lnTo>
                <a:lnTo>
                  <a:pt x="1583351" y="549748"/>
                </a:lnTo>
                <a:lnTo>
                  <a:pt x="1596724" y="592727"/>
                </a:lnTo>
                <a:lnTo>
                  <a:pt x="1607666" y="636246"/>
                </a:lnTo>
                <a:lnTo>
                  <a:pt x="1616176" y="680196"/>
                </a:lnTo>
                <a:lnTo>
                  <a:pt x="1622255" y="724471"/>
                </a:lnTo>
                <a:lnTo>
                  <a:pt x="1625902" y="768961"/>
                </a:lnTo>
                <a:lnTo>
                  <a:pt x="1627118" y="813559"/>
                </a:lnTo>
                <a:lnTo>
                  <a:pt x="1625902" y="858157"/>
                </a:lnTo>
                <a:lnTo>
                  <a:pt x="1622255" y="902647"/>
                </a:lnTo>
                <a:lnTo>
                  <a:pt x="1616176" y="946921"/>
                </a:lnTo>
                <a:lnTo>
                  <a:pt x="1607666" y="990872"/>
                </a:lnTo>
                <a:lnTo>
                  <a:pt x="1596724" y="1034391"/>
                </a:lnTo>
                <a:lnTo>
                  <a:pt x="1583351" y="1077370"/>
                </a:lnTo>
                <a:lnTo>
                  <a:pt x="1567546" y="1119702"/>
                </a:lnTo>
                <a:lnTo>
                  <a:pt x="1549310" y="1161278"/>
                </a:lnTo>
                <a:lnTo>
                  <a:pt x="1528642" y="1201992"/>
                </a:lnTo>
                <a:lnTo>
                  <a:pt x="1505543" y="1241734"/>
                </a:lnTo>
                <a:lnTo>
                  <a:pt x="1480013" y="1280396"/>
                </a:lnTo>
                <a:lnTo>
                  <a:pt x="1452050" y="1317872"/>
                </a:lnTo>
                <a:lnTo>
                  <a:pt x="1421657" y="1354053"/>
                </a:lnTo>
                <a:lnTo>
                  <a:pt x="1388832" y="1388832"/>
                </a:lnTo>
                <a:lnTo>
                  <a:pt x="1354053" y="1421657"/>
                </a:lnTo>
                <a:lnTo>
                  <a:pt x="1317872" y="1452050"/>
                </a:lnTo>
                <a:lnTo>
                  <a:pt x="1280396" y="1480013"/>
                </a:lnTo>
                <a:lnTo>
                  <a:pt x="1241734" y="1505543"/>
                </a:lnTo>
                <a:lnTo>
                  <a:pt x="1201992" y="1528642"/>
                </a:lnTo>
                <a:lnTo>
                  <a:pt x="1161278" y="1549310"/>
                </a:lnTo>
                <a:lnTo>
                  <a:pt x="1119702" y="1567546"/>
                </a:lnTo>
                <a:lnTo>
                  <a:pt x="1077370" y="1583351"/>
                </a:lnTo>
                <a:lnTo>
                  <a:pt x="1034391" y="1596724"/>
                </a:lnTo>
                <a:lnTo>
                  <a:pt x="990872" y="1607666"/>
                </a:lnTo>
                <a:lnTo>
                  <a:pt x="946921" y="1616176"/>
                </a:lnTo>
                <a:lnTo>
                  <a:pt x="902647" y="1622255"/>
                </a:lnTo>
                <a:lnTo>
                  <a:pt x="858157" y="1625902"/>
                </a:lnTo>
                <a:lnTo>
                  <a:pt x="813559" y="1627118"/>
                </a:lnTo>
                <a:lnTo>
                  <a:pt x="768961" y="1625902"/>
                </a:lnTo>
                <a:lnTo>
                  <a:pt x="724471" y="1622255"/>
                </a:lnTo>
                <a:lnTo>
                  <a:pt x="680196" y="1616176"/>
                </a:lnTo>
                <a:lnTo>
                  <a:pt x="636246" y="1607666"/>
                </a:lnTo>
                <a:lnTo>
                  <a:pt x="592727" y="1596724"/>
                </a:lnTo>
                <a:lnTo>
                  <a:pt x="549748" y="1583351"/>
                </a:lnTo>
                <a:lnTo>
                  <a:pt x="507416" y="1567546"/>
                </a:lnTo>
                <a:lnTo>
                  <a:pt x="465839" y="1549310"/>
                </a:lnTo>
                <a:lnTo>
                  <a:pt x="425126" y="1528642"/>
                </a:lnTo>
                <a:lnTo>
                  <a:pt x="385384" y="1505543"/>
                </a:lnTo>
                <a:lnTo>
                  <a:pt x="346721" y="1480013"/>
                </a:lnTo>
                <a:lnTo>
                  <a:pt x="309245" y="1452050"/>
                </a:lnTo>
                <a:lnTo>
                  <a:pt x="273064" y="1421657"/>
                </a:lnTo>
                <a:lnTo>
                  <a:pt x="238285" y="1388832"/>
                </a:lnTo>
                <a:lnTo>
                  <a:pt x="205460" y="1354053"/>
                </a:lnTo>
                <a:lnTo>
                  <a:pt x="175067" y="1317872"/>
                </a:lnTo>
                <a:lnTo>
                  <a:pt x="147105" y="1280396"/>
                </a:lnTo>
                <a:lnTo>
                  <a:pt x="121574" y="1241734"/>
                </a:lnTo>
                <a:lnTo>
                  <a:pt x="98475" y="1201992"/>
                </a:lnTo>
                <a:lnTo>
                  <a:pt x="77807" y="1161278"/>
                </a:lnTo>
                <a:lnTo>
                  <a:pt x="59571" y="1119702"/>
                </a:lnTo>
                <a:lnTo>
                  <a:pt x="43766" y="1077370"/>
                </a:lnTo>
                <a:lnTo>
                  <a:pt x="30393" y="1034391"/>
                </a:lnTo>
                <a:lnTo>
                  <a:pt x="19451" y="990872"/>
                </a:lnTo>
                <a:lnTo>
                  <a:pt x="10941" y="946921"/>
                </a:lnTo>
                <a:lnTo>
                  <a:pt x="4862" y="902647"/>
                </a:lnTo>
                <a:lnTo>
                  <a:pt x="1215" y="858157"/>
                </a:lnTo>
                <a:lnTo>
                  <a:pt x="0" y="813559"/>
                </a:lnTo>
                <a:lnTo>
                  <a:pt x="1215" y="768961"/>
                </a:lnTo>
                <a:lnTo>
                  <a:pt x="4862" y="724471"/>
                </a:lnTo>
                <a:lnTo>
                  <a:pt x="10941" y="680196"/>
                </a:lnTo>
                <a:lnTo>
                  <a:pt x="19451" y="636246"/>
                </a:lnTo>
                <a:lnTo>
                  <a:pt x="30393" y="592727"/>
                </a:lnTo>
                <a:lnTo>
                  <a:pt x="43766" y="549748"/>
                </a:lnTo>
                <a:lnTo>
                  <a:pt x="59571" y="507416"/>
                </a:lnTo>
                <a:lnTo>
                  <a:pt x="77807" y="465839"/>
                </a:lnTo>
                <a:lnTo>
                  <a:pt x="98475" y="425126"/>
                </a:lnTo>
                <a:lnTo>
                  <a:pt x="121574" y="385384"/>
                </a:lnTo>
                <a:lnTo>
                  <a:pt x="147105" y="346721"/>
                </a:lnTo>
                <a:lnTo>
                  <a:pt x="175067" y="309245"/>
                </a:lnTo>
                <a:lnTo>
                  <a:pt x="205460" y="273064"/>
                </a:lnTo>
                <a:lnTo>
                  <a:pt x="238285" y="238285"/>
                </a:lnTo>
                <a:lnTo>
                  <a:pt x="273064" y="205460"/>
                </a:lnTo>
                <a:lnTo>
                  <a:pt x="309245" y="175067"/>
                </a:lnTo>
                <a:lnTo>
                  <a:pt x="346721" y="147105"/>
                </a:lnTo>
                <a:lnTo>
                  <a:pt x="385384" y="121574"/>
                </a:lnTo>
                <a:lnTo>
                  <a:pt x="425126" y="98475"/>
                </a:lnTo>
                <a:lnTo>
                  <a:pt x="465839" y="77807"/>
                </a:lnTo>
                <a:lnTo>
                  <a:pt x="507416" y="59571"/>
                </a:lnTo>
                <a:lnTo>
                  <a:pt x="549748" y="43766"/>
                </a:lnTo>
                <a:lnTo>
                  <a:pt x="592727" y="30393"/>
                </a:lnTo>
                <a:lnTo>
                  <a:pt x="636246" y="19451"/>
                </a:lnTo>
                <a:lnTo>
                  <a:pt x="680196" y="10941"/>
                </a:lnTo>
                <a:lnTo>
                  <a:pt x="724471" y="4862"/>
                </a:lnTo>
                <a:lnTo>
                  <a:pt x="768961" y="1215"/>
                </a:lnTo>
                <a:lnTo>
                  <a:pt x="813559" y="0"/>
                </a:lnTo>
                <a:lnTo>
                  <a:pt x="858157" y="1215"/>
                </a:lnTo>
                <a:lnTo>
                  <a:pt x="902647" y="4862"/>
                </a:lnTo>
                <a:lnTo>
                  <a:pt x="946921" y="10941"/>
                </a:lnTo>
                <a:lnTo>
                  <a:pt x="990872" y="19451"/>
                </a:lnTo>
                <a:lnTo>
                  <a:pt x="1034391" y="30393"/>
                </a:lnTo>
                <a:lnTo>
                  <a:pt x="1077370" y="43766"/>
                </a:lnTo>
                <a:lnTo>
                  <a:pt x="1119702" y="59571"/>
                </a:lnTo>
                <a:lnTo>
                  <a:pt x="1161278" y="77807"/>
                </a:lnTo>
                <a:lnTo>
                  <a:pt x="1201992" y="98475"/>
                </a:lnTo>
                <a:lnTo>
                  <a:pt x="1241734" y="121574"/>
                </a:lnTo>
                <a:lnTo>
                  <a:pt x="1280396" y="147105"/>
                </a:lnTo>
                <a:lnTo>
                  <a:pt x="1317872" y="175067"/>
                </a:lnTo>
                <a:lnTo>
                  <a:pt x="1354053" y="205460"/>
                </a:lnTo>
                <a:lnTo>
                  <a:pt x="1388832" y="238285"/>
                </a:lnTo>
                <a:close/>
              </a:path>
            </a:pathLst>
          </a:custGeom>
          <a:ln w="125650">
            <a:solidFill>
              <a:srgbClr val="F8BA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0514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05144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05205" y="5945233"/>
            <a:ext cx="2964180" cy="167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50" b="1" spc="25" dirty="0">
                <a:solidFill>
                  <a:srgbClr val="FFFFFF"/>
                </a:solidFill>
                <a:latin typeface="Lucida Sans"/>
                <a:cs typeface="Lucida Sans"/>
              </a:rPr>
              <a:t>Explored</a:t>
            </a:r>
            <a:r>
              <a:rPr sz="3550" b="1" spc="-1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550" b="1" spc="120" dirty="0">
                <a:solidFill>
                  <a:srgbClr val="FFFFFF"/>
                </a:solidFill>
                <a:latin typeface="Lucida Sans"/>
                <a:cs typeface="Lucida Sans"/>
              </a:rPr>
              <a:t>Set</a:t>
            </a:r>
            <a:endParaRPr sz="3550">
              <a:latin typeface="Lucida Sans"/>
              <a:cs typeface="Lucida Sans"/>
            </a:endParaRPr>
          </a:p>
          <a:p>
            <a:pPr marL="711835">
              <a:lnSpc>
                <a:spcPct val="100000"/>
              </a:lnSpc>
              <a:spcBef>
                <a:spcPts val="3415"/>
              </a:spcBef>
              <a:tabLst>
                <a:tab pos="2324100" algn="l"/>
              </a:tabLst>
            </a:pPr>
            <a:r>
              <a:rPr sz="4450" spc="545" dirty="0">
                <a:solidFill>
                  <a:srgbClr val="FFFFFF"/>
                </a:solidFill>
                <a:latin typeface="Arial"/>
                <a:cs typeface="Arial"/>
              </a:rPr>
              <a:t>A	</a:t>
            </a:r>
            <a:r>
              <a:rPr sz="4450" spc="24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96718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4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10845" y="6919026"/>
            <a:ext cx="43053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4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188292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90"/>
                </a:lnTo>
                <a:lnTo>
                  <a:pt x="305679" y="47328"/>
                </a:lnTo>
                <a:lnTo>
                  <a:pt x="264981" y="68152"/>
                </a:lnTo>
                <a:lnTo>
                  <a:pt x="225851" y="92763"/>
                </a:lnTo>
                <a:lnTo>
                  <a:pt x="188552" y="121160"/>
                </a:lnTo>
                <a:lnTo>
                  <a:pt x="153343" y="153343"/>
                </a:lnTo>
                <a:lnTo>
                  <a:pt x="121160" y="188552"/>
                </a:lnTo>
                <a:lnTo>
                  <a:pt x="92763" y="225851"/>
                </a:lnTo>
                <a:lnTo>
                  <a:pt x="68152" y="264981"/>
                </a:lnTo>
                <a:lnTo>
                  <a:pt x="47328" y="305679"/>
                </a:lnTo>
                <a:lnTo>
                  <a:pt x="30290" y="347683"/>
                </a:lnTo>
                <a:lnTo>
                  <a:pt x="17038" y="390734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3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5"/>
                </a:lnTo>
                <a:lnTo>
                  <a:pt x="188552" y="925928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5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5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8"/>
                </a:lnTo>
                <a:lnTo>
                  <a:pt x="893745" y="893745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3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4"/>
                </a:lnTo>
                <a:lnTo>
                  <a:pt x="1016799" y="347683"/>
                </a:lnTo>
                <a:lnTo>
                  <a:pt x="999760" y="305679"/>
                </a:lnTo>
                <a:lnTo>
                  <a:pt x="978936" y="264981"/>
                </a:lnTo>
                <a:lnTo>
                  <a:pt x="954325" y="225851"/>
                </a:lnTo>
                <a:lnTo>
                  <a:pt x="925928" y="188552"/>
                </a:lnTo>
                <a:lnTo>
                  <a:pt x="893745" y="153343"/>
                </a:lnTo>
                <a:lnTo>
                  <a:pt x="858537" y="121160"/>
                </a:lnTo>
                <a:lnTo>
                  <a:pt x="821237" y="92763"/>
                </a:lnTo>
                <a:lnTo>
                  <a:pt x="782107" y="68152"/>
                </a:lnTo>
                <a:lnTo>
                  <a:pt x="741409" y="47328"/>
                </a:lnTo>
                <a:lnTo>
                  <a:pt x="699405" y="30290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88293" y="6803069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491949" y="6919026"/>
            <a:ext cx="4552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spc="26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4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88292" y="3508022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523544" y="0"/>
                </a:moveTo>
                <a:lnTo>
                  <a:pt x="478925" y="1893"/>
                </a:lnTo>
                <a:lnTo>
                  <a:pt x="434568" y="7572"/>
                </a:lnTo>
                <a:lnTo>
                  <a:pt x="390734" y="17038"/>
                </a:lnTo>
                <a:lnTo>
                  <a:pt x="347683" y="30289"/>
                </a:lnTo>
                <a:lnTo>
                  <a:pt x="305679" y="47327"/>
                </a:lnTo>
                <a:lnTo>
                  <a:pt x="264981" y="68152"/>
                </a:lnTo>
                <a:lnTo>
                  <a:pt x="225851" y="92762"/>
                </a:lnTo>
                <a:lnTo>
                  <a:pt x="188552" y="121159"/>
                </a:lnTo>
                <a:lnTo>
                  <a:pt x="153343" y="153342"/>
                </a:lnTo>
                <a:lnTo>
                  <a:pt x="121160" y="188551"/>
                </a:lnTo>
                <a:lnTo>
                  <a:pt x="92763" y="225851"/>
                </a:lnTo>
                <a:lnTo>
                  <a:pt x="68152" y="264980"/>
                </a:lnTo>
                <a:lnTo>
                  <a:pt x="47328" y="305678"/>
                </a:lnTo>
                <a:lnTo>
                  <a:pt x="30290" y="347683"/>
                </a:lnTo>
                <a:lnTo>
                  <a:pt x="17038" y="390733"/>
                </a:lnTo>
                <a:lnTo>
                  <a:pt x="7572" y="434568"/>
                </a:lnTo>
                <a:lnTo>
                  <a:pt x="1893" y="478925"/>
                </a:lnTo>
                <a:lnTo>
                  <a:pt x="0" y="523544"/>
                </a:lnTo>
                <a:lnTo>
                  <a:pt x="1893" y="568162"/>
                </a:lnTo>
                <a:lnTo>
                  <a:pt x="7572" y="612520"/>
                </a:lnTo>
                <a:lnTo>
                  <a:pt x="17038" y="656354"/>
                </a:lnTo>
                <a:lnTo>
                  <a:pt x="30290" y="699405"/>
                </a:lnTo>
                <a:lnTo>
                  <a:pt x="47328" y="741409"/>
                </a:lnTo>
                <a:lnTo>
                  <a:pt x="68152" y="782107"/>
                </a:lnTo>
                <a:lnTo>
                  <a:pt x="92763" y="821237"/>
                </a:lnTo>
                <a:lnTo>
                  <a:pt x="121160" y="858537"/>
                </a:lnTo>
                <a:lnTo>
                  <a:pt x="153343" y="893746"/>
                </a:lnTo>
                <a:lnTo>
                  <a:pt x="188552" y="925929"/>
                </a:lnTo>
                <a:lnTo>
                  <a:pt x="225851" y="954325"/>
                </a:lnTo>
                <a:lnTo>
                  <a:pt x="264981" y="978936"/>
                </a:lnTo>
                <a:lnTo>
                  <a:pt x="305679" y="999760"/>
                </a:lnTo>
                <a:lnTo>
                  <a:pt x="347683" y="1016798"/>
                </a:lnTo>
                <a:lnTo>
                  <a:pt x="390734" y="1030050"/>
                </a:lnTo>
                <a:lnTo>
                  <a:pt x="434568" y="1039516"/>
                </a:lnTo>
                <a:lnTo>
                  <a:pt x="478925" y="1045195"/>
                </a:lnTo>
                <a:lnTo>
                  <a:pt x="523544" y="1047088"/>
                </a:lnTo>
                <a:lnTo>
                  <a:pt x="568163" y="1045195"/>
                </a:lnTo>
                <a:lnTo>
                  <a:pt x="612520" y="1039516"/>
                </a:lnTo>
                <a:lnTo>
                  <a:pt x="656354" y="1030050"/>
                </a:lnTo>
                <a:lnTo>
                  <a:pt x="699405" y="1016798"/>
                </a:lnTo>
                <a:lnTo>
                  <a:pt x="741409" y="999760"/>
                </a:lnTo>
                <a:lnTo>
                  <a:pt x="782107" y="978936"/>
                </a:lnTo>
                <a:lnTo>
                  <a:pt x="821237" y="954325"/>
                </a:lnTo>
                <a:lnTo>
                  <a:pt x="858537" y="925929"/>
                </a:lnTo>
                <a:lnTo>
                  <a:pt x="893745" y="893746"/>
                </a:lnTo>
                <a:lnTo>
                  <a:pt x="925928" y="858537"/>
                </a:lnTo>
                <a:lnTo>
                  <a:pt x="954325" y="821237"/>
                </a:lnTo>
                <a:lnTo>
                  <a:pt x="978936" y="782107"/>
                </a:lnTo>
                <a:lnTo>
                  <a:pt x="999760" y="741409"/>
                </a:lnTo>
                <a:lnTo>
                  <a:pt x="1016799" y="699405"/>
                </a:lnTo>
                <a:lnTo>
                  <a:pt x="1030050" y="656354"/>
                </a:lnTo>
                <a:lnTo>
                  <a:pt x="1039516" y="612520"/>
                </a:lnTo>
                <a:lnTo>
                  <a:pt x="1045195" y="568162"/>
                </a:lnTo>
                <a:lnTo>
                  <a:pt x="1047089" y="523544"/>
                </a:lnTo>
                <a:lnTo>
                  <a:pt x="1045195" y="478925"/>
                </a:lnTo>
                <a:lnTo>
                  <a:pt x="1039516" y="434568"/>
                </a:lnTo>
                <a:lnTo>
                  <a:pt x="1030050" y="390733"/>
                </a:lnTo>
                <a:lnTo>
                  <a:pt x="1016799" y="347683"/>
                </a:lnTo>
                <a:lnTo>
                  <a:pt x="999760" y="305678"/>
                </a:lnTo>
                <a:lnTo>
                  <a:pt x="978936" y="264980"/>
                </a:lnTo>
                <a:lnTo>
                  <a:pt x="954325" y="225851"/>
                </a:lnTo>
                <a:lnTo>
                  <a:pt x="925928" y="188551"/>
                </a:lnTo>
                <a:lnTo>
                  <a:pt x="893745" y="153342"/>
                </a:lnTo>
                <a:lnTo>
                  <a:pt x="858537" y="121159"/>
                </a:lnTo>
                <a:lnTo>
                  <a:pt x="821237" y="92762"/>
                </a:lnTo>
                <a:lnTo>
                  <a:pt x="782107" y="68152"/>
                </a:lnTo>
                <a:lnTo>
                  <a:pt x="741409" y="47327"/>
                </a:lnTo>
                <a:lnTo>
                  <a:pt x="699405" y="30289"/>
                </a:lnTo>
                <a:lnTo>
                  <a:pt x="656354" y="17038"/>
                </a:lnTo>
                <a:lnTo>
                  <a:pt x="612520" y="7572"/>
                </a:lnTo>
                <a:lnTo>
                  <a:pt x="568163" y="1893"/>
                </a:lnTo>
                <a:lnTo>
                  <a:pt x="523544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88293" y="3508021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893745" y="153342"/>
                </a:moveTo>
                <a:lnTo>
                  <a:pt x="925929" y="188551"/>
                </a:lnTo>
                <a:lnTo>
                  <a:pt x="954325" y="225851"/>
                </a:lnTo>
                <a:lnTo>
                  <a:pt x="978936" y="264980"/>
                </a:lnTo>
                <a:lnTo>
                  <a:pt x="999760" y="305678"/>
                </a:lnTo>
                <a:lnTo>
                  <a:pt x="1016798" y="347683"/>
                </a:lnTo>
                <a:lnTo>
                  <a:pt x="1030050" y="390733"/>
                </a:lnTo>
                <a:lnTo>
                  <a:pt x="1039516" y="434568"/>
                </a:lnTo>
                <a:lnTo>
                  <a:pt x="1045195" y="478925"/>
                </a:lnTo>
                <a:lnTo>
                  <a:pt x="1047088" y="523544"/>
                </a:lnTo>
                <a:lnTo>
                  <a:pt x="1045195" y="568162"/>
                </a:lnTo>
                <a:lnTo>
                  <a:pt x="1039516" y="612520"/>
                </a:lnTo>
                <a:lnTo>
                  <a:pt x="1030050" y="656354"/>
                </a:lnTo>
                <a:lnTo>
                  <a:pt x="1016798" y="699405"/>
                </a:lnTo>
                <a:lnTo>
                  <a:pt x="999760" y="741409"/>
                </a:lnTo>
                <a:lnTo>
                  <a:pt x="978936" y="782107"/>
                </a:lnTo>
                <a:lnTo>
                  <a:pt x="954325" y="821237"/>
                </a:lnTo>
                <a:lnTo>
                  <a:pt x="925929" y="858537"/>
                </a:lnTo>
                <a:lnTo>
                  <a:pt x="893745" y="893745"/>
                </a:lnTo>
                <a:lnTo>
                  <a:pt x="858537" y="925929"/>
                </a:lnTo>
                <a:lnTo>
                  <a:pt x="821237" y="954325"/>
                </a:lnTo>
                <a:lnTo>
                  <a:pt x="782107" y="978936"/>
                </a:lnTo>
                <a:lnTo>
                  <a:pt x="741409" y="999760"/>
                </a:lnTo>
                <a:lnTo>
                  <a:pt x="699405" y="1016798"/>
                </a:lnTo>
                <a:lnTo>
                  <a:pt x="656354" y="1030050"/>
                </a:lnTo>
                <a:lnTo>
                  <a:pt x="612520" y="1039516"/>
                </a:lnTo>
                <a:lnTo>
                  <a:pt x="568162" y="1045195"/>
                </a:lnTo>
                <a:lnTo>
                  <a:pt x="523544" y="1047088"/>
                </a:lnTo>
                <a:lnTo>
                  <a:pt x="478925" y="1045195"/>
                </a:lnTo>
                <a:lnTo>
                  <a:pt x="434568" y="1039516"/>
                </a:lnTo>
                <a:lnTo>
                  <a:pt x="390733" y="1030050"/>
                </a:lnTo>
                <a:lnTo>
                  <a:pt x="347683" y="1016798"/>
                </a:lnTo>
                <a:lnTo>
                  <a:pt x="305678" y="999760"/>
                </a:lnTo>
                <a:lnTo>
                  <a:pt x="264980" y="978936"/>
                </a:lnTo>
                <a:lnTo>
                  <a:pt x="225851" y="954325"/>
                </a:lnTo>
                <a:lnTo>
                  <a:pt x="188551" y="925929"/>
                </a:lnTo>
                <a:lnTo>
                  <a:pt x="153342" y="893745"/>
                </a:lnTo>
                <a:lnTo>
                  <a:pt x="121159" y="858537"/>
                </a:lnTo>
                <a:lnTo>
                  <a:pt x="92762" y="821237"/>
                </a:lnTo>
                <a:lnTo>
                  <a:pt x="68152" y="782107"/>
                </a:lnTo>
                <a:lnTo>
                  <a:pt x="47327" y="741409"/>
                </a:lnTo>
                <a:lnTo>
                  <a:pt x="30289" y="699405"/>
                </a:lnTo>
                <a:lnTo>
                  <a:pt x="17038" y="656354"/>
                </a:lnTo>
                <a:lnTo>
                  <a:pt x="7572" y="612520"/>
                </a:lnTo>
                <a:lnTo>
                  <a:pt x="1893" y="568162"/>
                </a:lnTo>
                <a:lnTo>
                  <a:pt x="0" y="523544"/>
                </a:lnTo>
                <a:lnTo>
                  <a:pt x="1893" y="478925"/>
                </a:lnTo>
                <a:lnTo>
                  <a:pt x="7572" y="434568"/>
                </a:lnTo>
                <a:lnTo>
                  <a:pt x="17038" y="390733"/>
                </a:lnTo>
                <a:lnTo>
                  <a:pt x="30289" y="347683"/>
                </a:lnTo>
                <a:lnTo>
                  <a:pt x="47327" y="305678"/>
                </a:lnTo>
                <a:lnTo>
                  <a:pt x="68152" y="264980"/>
                </a:lnTo>
                <a:lnTo>
                  <a:pt x="92762" y="225851"/>
                </a:lnTo>
                <a:lnTo>
                  <a:pt x="121159" y="188551"/>
                </a:lnTo>
                <a:lnTo>
                  <a:pt x="153342" y="153342"/>
                </a:lnTo>
                <a:lnTo>
                  <a:pt x="188551" y="121159"/>
                </a:lnTo>
                <a:lnTo>
                  <a:pt x="225851" y="92762"/>
                </a:lnTo>
                <a:lnTo>
                  <a:pt x="264980" y="68152"/>
                </a:lnTo>
                <a:lnTo>
                  <a:pt x="305678" y="47327"/>
                </a:lnTo>
                <a:lnTo>
                  <a:pt x="347683" y="30289"/>
                </a:lnTo>
                <a:lnTo>
                  <a:pt x="390733" y="17038"/>
                </a:lnTo>
                <a:lnTo>
                  <a:pt x="434568" y="7572"/>
                </a:lnTo>
                <a:lnTo>
                  <a:pt x="478925" y="1893"/>
                </a:lnTo>
                <a:lnTo>
                  <a:pt x="523544" y="0"/>
                </a:lnTo>
                <a:lnTo>
                  <a:pt x="568162" y="1893"/>
                </a:lnTo>
                <a:lnTo>
                  <a:pt x="612520" y="7572"/>
                </a:lnTo>
                <a:lnTo>
                  <a:pt x="656354" y="17038"/>
                </a:lnTo>
                <a:lnTo>
                  <a:pt x="699405" y="30289"/>
                </a:lnTo>
                <a:lnTo>
                  <a:pt x="741409" y="47327"/>
                </a:lnTo>
                <a:lnTo>
                  <a:pt x="782107" y="68152"/>
                </a:lnTo>
                <a:lnTo>
                  <a:pt x="821237" y="92762"/>
                </a:lnTo>
                <a:lnTo>
                  <a:pt x="858537" y="121159"/>
                </a:lnTo>
                <a:lnTo>
                  <a:pt x="893745" y="153342"/>
                </a:lnTo>
                <a:close/>
              </a:path>
            </a:pathLst>
          </a:custGeom>
          <a:ln w="125650">
            <a:solidFill>
              <a:srgbClr val="0076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58612" y="2616103"/>
            <a:ext cx="9173210" cy="2557145"/>
          </a:xfrm>
          <a:prstGeom prst="rect">
            <a:avLst/>
          </a:prstGeom>
          <a:ln w="83767">
            <a:solidFill>
              <a:srgbClr val="640C04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94"/>
              </a:spcBef>
            </a:pPr>
            <a:r>
              <a:rPr sz="3550" b="1" spc="-5" dirty="0">
                <a:solidFill>
                  <a:srgbClr val="FFFFFF"/>
                </a:solidFill>
                <a:latin typeface="Lucida Sans"/>
                <a:cs typeface="Lucida Sans"/>
              </a:rPr>
              <a:t>Frontier</a:t>
            </a:r>
            <a:endParaRPr sz="3550">
              <a:latin typeface="Lucida Sans"/>
              <a:cs typeface="Lucida Sans"/>
            </a:endParaRPr>
          </a:p>
          <a:p>
            <a:pPr marL="2527300" algn="ctr">
              <a:lnSpc>
                <a:spcPct val="100000"/>
              </a:lnSpc>
              <a:spcBef>
                <a:spcPts val="2840"/>
              </a:spcBef>
            </a:pPr>
            <a:r>
              <a:rPr sz="4450" spc="2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596</Words>
  <Application>Microsoft Office PowerPoint</Application>
  <PresentationFormat>Custom</PresentationFormat>
  <Paragraphs>297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Calibri</vt:lpstr>
      <vt:lpstr>Consolas</vt:lpstr>
      <vt:lpstr>Lucida Sans</vt:lpstr>
      <vt:lpstr>Office Theme</vt:lpstr>
      <vt:lpstr>PowerPoint Presentation</vt:lpstr>
      <vt:lpstr>Depth-First Search</vt:lpstr>
      <vt:lpstr>PowerPoint Presentation</vt:lpstr>
      <vt:lpstr>PowerPoint Presentation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Breadth-First Search</vt:lpstr>
      <vt:lpstr>PowerPoint Presentation</vt:lpstr>
      <vt:lpstr>PowerPoint Presentation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  <vt:lpstr>Find a path from A to 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lecture0</dc:title>
  <cp:lastModifiedBy>CHHEANG Vinha</cp:lastModifiedBy>
  <cp:revision>2</cp:revision>
  <dcterms:created xsi:type="dcterms:W3CDTF">2023-10-23T09:13:33Z</dcterms:created>
  <dcterms:modified xsi:type="dcterms:W3CDTF">2024-10-11T07:17:57Z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2020-01-27T00:00:00Z</vt:filetime>
  </property>
  <property fmtid="{D5CDD505-2E9C-101B-9397-08002B2CF9AE}" pid="3" name="Creator">
    <vt:lpwstr>Keynote</vt:lpwstr>
  </property>
  <property fmtid="{D5CDD505-2E9C-101B-9397-08002B2CF9AE}" pid="4" name="LastSaved">
    <vt:filetime>2023-10-23T00:00:00Z</vt:filetime>
  </property>
</Properties>
</file>